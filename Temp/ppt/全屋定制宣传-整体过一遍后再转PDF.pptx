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8" r:id="rId2"/>
    <p:sldId id="257" r:id="rId3"/>
    <p:sldId id="260" r:id="rId4"/>
    <p:sldId id="261" r:id="rId5"/>
    <p:sldId id="277" r:id="rId6"/>
    <p:sldId id="263" r:id="rId7"/>
    <p:sldId id="264" r:id="rId8"/>
    <p:sldId id="265" r:id="rId9"/>
    <p:sldId id="266" r:id="rId10"/>
    <p:sldId id="267" r:id="rId11"/>
    <p:sldId id="269" r:id="rId12"/>
    <p:sldId id="270" r:id="rId13"/>
    <p:sldId id="271" r:id="rId14"/>
    <p:sldId id="272" r:id="rId15"/>
    <p:sldId id="274" r:id="rId16"/>
    <p:sldId id="273" r:id="rId17"/>
    <p:sldId id="275"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6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0CC3F1-E82C-40A3-8972-07AB7CBDDF0A}" type="doc">
      <dgm:prSet loTypeId="urn:microsoft.com/office/officeart/2005/8/layout/cycle6" loCatId="cycle" qsTypeId="urn:microsoft.com/office/officeart/2005/8/quickstyle/simple4" qsCatId="simple" csTypeId="urn:microsoft.com/office/officeart/2005/8/colors/accent0_1" csCatId="mainScheme" phldr="1"/>
      <dgm:spPr/>
      <dgm:t>
        <a:bodyPr/>
        <a:lstStyle/>
        <a:p>
          <a:endParaRPr lang="zh-CN" altLang="en-US"/>
        </a:p>
      </dgm:t>
    </dgm:pt>
    <dgm:pt modelId="{B2CB50F9-9530-4994-91A7-D511291EAA21}">
      <dgm:prSet phldrT="[文本]" custT="1"/>
      <dgm:spPr/>
      <dgm:t>
        <a:bodyPr/>
        <a:lstStyle/>
        <a:p>
          <a:r>
            <a:rPr lang="en-US" altLang="zh-CN" sz="1400" b="1" dirty="0">
              <a:solidFill>
                <a:schemeClr val="bg1"/>
              </a:solidFill>
              <a:highlight>
                <a:srgbClr val="808080"/>
              </a:highlight>
              <a:latin typeface="Calibri" panose="020F0502020204030204" pitchFamily="34" charset="0"/>
              <a:cs typeface="Calibri" panose="020F0502020204030204" pitchFamily="34" charset="0"/>
            </a:rPr>
            <a:t>Start</a:t>
          </a:r>
        </a:p>
        <a:p>
          <a:r>
            <a:rPr lang="en-US" altLang="zh-CN" sz="1100" b="1" dirty="0">
              <a:latin typeface="Calibri" panose="020F0502020204030204" pitchFamily="34" charset="0"/>
              <a:cs typeface="Calibri" panose="020F0502020204030204" pitchFamily="34" charset="0"/>
            </a:rPr>
            <a:t>Confirm Order</a:t>
          </a:r>
        </a:p>
        <a:p>
          <a:r>
            <a:rPr lang="en-US" altLang="zh-CN" sz="1100" b="0" dirty="0">
              <a:latin typeface="Calibri" panose="020F0502020204030204" pitchFamily="34" charset="0"/>
              <a:cs typeface="Calibri" panose="020F0502020204030204" pitchFamily="34" charset="0"/>
            </a:rPr>
            <a:t>Est 1 week </a:t>
          </a:r>
          <a:endParaRPr lang="zh-CN" altLang="en-US" sz="1100" b="0" dirty="0">
            <a:latin typeface="Calibri" panose="020F0502020204030204" pitchFamily="34" charset="0"/>
            <a:cs typeface="Calibri" panose="020F0502020204030204" pitchFamily="34" charset="0"/>
          </a:endParaRPr>
        </a:p>
      </dgm:t>
    </dgm:pt>
    <dgm:pt modelId="{EAA60E82-7932-454B-B6DD-2EE834970358}" type="parTrans" cxnId="{8316A3C3-F78F-41FC-9DF5-C67BB21137D1}">
      <dgm:prSet/>
      <dgm:spPr/>
      <dgm:t>
        <a:bodyPr/>
        <a:lstStyle/>
        <a:p>
          <a:endParaRPr lang="zh-CN" altLang="en-US"/>
        </a:p>
      </dgm:t>
    </dgm:pt>
    <dgm:pt modelId="{F152DB13-9446-454E-AF08-7E5AD5037CB8}" type="sibTrans" cxnId="{8316A3C3-F78F-41FC-9DF5-C67BB21137D1}">
      <dgm:prSet/>
      <dgm:spPr/>
      <dgm:t>
        <a:bodyPr/>
        <a:lstStyle/>
        <a:p>
          <a:endParaRPr lang="zh-CN" altLang="en-US" sz="1100" b="0">
            <a:solidFill>
              <a:schemeClr val="tx1"/>
            </a:solidFill>
            <a:latin typeface="Calibri" panose="020F0502020204030204" pitchFamily="34" charset="0"/>
            <a:cs typeface="Calibri" panose="020F0502020204030204" pitchFamily="34" charset="0"/>
          </a:endParaRPr>
        </a:p>
      </dgm:t>
    </dgm:pt>
    <dgm:pt modelId="{ED11B7D3-A02A-4D15-BABA-B96D4580B618}">
      <dgm:prSet phldrT="[文本]" custT="1"/>
      <dgm:spPr/>
      <dgm:t>
        <a:bodyPr/>
        <a:lstStyle/>
        <a:p>
          <a:r>
            <a:rPr lang="en-US" altLang="zh-CN" sz="1100" b="1">
              <a:latin typeface="Calibri" panose="020F0502020204030204" pitchFamily="34" charset="0"/>
              <a:cs typeface="Calibri" panose="020F0502020204030204" pitchFamily="34" charset="0"/>
            </a:rPr>
            <a:t>Draft Measurement</a:t>
          </a:r>
        </a:p>
        <a:p>
          <a:r>
            <a:rPr lang="en-US" altLang="zh-CN" sz="1100" b="0">
              <a:latin typeface="Calibri" panose="020F0502020204030204" pitchFamily="34" charset="0"/>
              <a:cs typeface="Calibri" panose="020F0502020204030204" pitchFamily="34" charset="0"/>
            </a:rPr>
            <a:t>Est 2 Days</a:t>
          </a:r>
          <a:endParaRPr lang="zh-CN" altLang="en-US" sz="1100" b="0" dirty="0">
            <a:latin typeface="Calibri" panose="020F0502020204030204" pitchFamily="34" charset="0"/>
            <a:cs typeface="Calibri" panose="020F0502020204030204" pitchFamily="34" charset="0"/>
          </a:endParaRPr>
        </a:p>
      </dgm:t>
    </dgm:pt>
    <dgm:pt modelId="{4288A06E-FCD6-468F-A2BE-3EFEEBC9DB65}" type="parTrans" cxnId="{5641FB8A-28C6-4658-862D-8504861D58E8}">
      <dgm:prSet/>
      <dgm:spPr/>
      <dgm:t>
        <a:bodyPr/>
        <a:lstStyle/>
        <a:p>
          <a:endParaRPr lang="zh-CN" altLang="en-US"/>
        </a:p>
      </dgm:t>
    </dgm:pt>
    <dgm:pt modelId="{431A89F0-7CBB-4841-9739-F02892B7DA2D}" type="sibTrans" cxnId="{5641FB8A-28C6-4658-862D-8504861D58E8}">
      <dgm:prSet/>
      <dgm:spPr/>
      <dgm:t>
        <a:bodyPr/>
        <a:lstStyle/>
        <a:p>
          <a:endParaRPr lang="zh-CN" altLang="en-US" sz="1100" b="0">
            <a:solidFill>
              <a:schemeClr val="tx1"/>
            </a:solidFill>
            <a:latin typeface="Calibri" panose="020F0502020204030204" pitchFamily="34" charset="0"/>
            <a:cs typeface="Calibri" panose="020F0502020204030204" pitchFamily="34" charset="0"/>
          </a:endParaRPr>
        </a:p>
      </dgm:t>
    </dgm:pt>
    <dgm:pt modelId="{A81F28F1-16A5-4348-A42B-01BF58369B64}">
      <dgm:prSet phldrT="[文本]" custT="1"/>
      <dgm:spPr/>
      <dgm:t>
        <a:bodyPr/>
        <a:lstStyle/>
        <a:p>
          <a:r>
            <a:rPr lang="en-US" altLang="zh-CN" sz="1100" b="1">
              <a:latin typeface="Calibri" panose="020F0502020204030204" pitchFamily="34" charset="0"/>
              <a:cs typeface="Calibri" panose="020F0502020204030204" pitchFamily="34" charset="0"/>
            </a:rPr>
            <a:t>Free Design Until Approved</a:t>
          </a:r>
        </a:p>
        <a:p>
          <a:r>
            <a:rPr lang="en-US" altLang="zh-CN" sz="1100" b="0">
              <a:latin typeface="Calibri" panose="020F0502020204030204" pitchFamily="34" charset="0"/>
              <a:cs typeface="Calibri" panose="020F0502020204030204" pitchFamily="34" charset="0"/>
            </a:rPr>
            <a:t>Est 1-2 weeks</a:t>
          </a:r>
          <a:endParaRPr lang="zh-CN" altLang="en-US" sz="1100" b="0" dirty="0">
            <a:latin typeface="Calibri" panose="020F0502020204030204" pitchFamily="34" charset="0"/>
            <a:cs typeface="Calibri" panose="020F0502020204030204" pitchFamily="34" charset="0"/>
          </a:endParaRPr>
        </a:p>
      </dgm:t>
    </dgm:pt>
    <dgm:pt modelId="{5B6F1D8F-3A31-4018-B661-5C8356F27838}" type="parTrans" cxnId="{5CED7EE4-2836-4761-916A-1A3155E3A0E0}">
      <dgm:prSet/>
      <dgm:spPr/>
      <dgm:t>
        <a:bodyPr/>
        <a:lstStyle/>
        <a:p>
          <a:endParaRPr lang="zh-CN" altLang="en-US"/>
        </a:p>
      </dgm:t>
    </dgm:pt>
    <dgm:pt modelId="{E1C1C632-8A85-4F58-B708-D985A50FE841}" type="sibTrans" cxnId="{5CED7EE4-2836-4761-916A-1A3155E3A0E0}">
      <dgm:prSet/>
      <dgm:spPr/>
      <dgm:t>
        <a:bodyPr/>
        <a:lstStyle/>
        <a:p>
          <a:endParaRPr lang="zh-CN" altLang="en-US" sz="1100" b="0">
            <a:solidFill>
              <a:schemeClr val="tx1"/>
            </a:solidFill>
            <a:latin typeface="Calibri" panose="020F0502020204030204" pitchFamily="34" charset="0"/>
            <a:cs typeface="Calibri" panose="020F0502020204030204" pitchFamily="34" charset="0"/>
          </a:endParaRPr>
        </a:p>
      </dgm:t>
    </dgm:pt>
    <dgm:pt modelId="{75FC4ED1-A7BD-4FDE-AA14-C95756C4F1C7}">
      <dgm:prSet phldrT="[文本]" custT="1"/>
      <dgm:spPr/>
      <dgm:t>
        <a:bodyPr/>
        <a:lstStyle/>
        <a:p>
          <a:r>
            <a:rPr lang="en-US" altLang="zh-CN" sz="1100" b="1" dirty="0">
              <a:latin typeface="Calibri" panose="020F0502020204030204" pitchFamily="34" charset="0"/>
              <a:cs typeface="Calibri" panose="020F0502020204030204" pitchFamily="34" charset="0"/>
            </a:rPr>
            <a:t>Final Measure</a:t>
          </a:r>
        </a:p>
        <a:p>
          <a:r>
            <a:rPr lang="en-US" altLang="zh-CN" sz="1100" b="0" dirty="0">
              <a:latin typeface="Calibri" panose="020F0502020204030204" pitchFamily="34" charset="0"/>
              <a:cs typeface="Calibri" panose="020F0502020204030204" pitchFamily="34" charset="0"/>
            </a:rPr>
            <a:t>Est 2 Days</a:t>
          </a:r>
          <a:endParaRPr lang="zh-CN" altLang="en-US" sz="1100" b="0" dirty="0">
            <a:latin typeface="Calibri" panose="020F0502020204030204" pitchFamily="34" charset="0"/>
            <a:cs typeface="Calibri" panose="020F0502020204030204" pitchFamily="34" charset="0"/>
          </a:endParaRPr>
        </a:p>
      </dgm:t>
    </dgm:pt>
    <dgm:pt modelId="{D965FB33-DD43-43BC-8471-0B048AA5E620}" type="parTrans" cxnId="{B3EBF849-156E-4BF8-AB58-A1162EA4C736}">
      <dgm:prSet/>
      <dgm:spPr/>
      <dgm:t>
        <a:bodyPr/>
        <a:lstStyle/>
        <a:p>
          <a:endParaRPr lang="zh-CN" altLang="en-US"/>
        </a:p>
      </dgm:t>
    </dgm:pt>
    <dgm:pt modelId="{09747F85-9DE3-4B54-B75E-9837EF4FCCE5}" type="sibTrans" cxnId="{B3EBF849-156E-4BF8-AB58-A1162EA4C736}">
      <dgm:prSet/>
      <dgm:spPr/>
      <dgm:t>
        <a:bodyPr/>
        <a:lstStyle/>
        <a:p>
          <a:endParaRPr lang="zh-CN" altLang="en-US" sz="1100" b="0">
            <a:solidFill>
              <a:schemeClr val="tx1"/>
            </a:solidFill>
            <a:latin typeface="Calibri" panose="020F0502020204030204" pitchFamily="34" charset="0"/>
            <a:cs typeface="Calibri" panose="020F0502020204030204" pitchFamily="34" charset="0"/>
          </a:endParaRPr>
        </a:p>
      </dgm:t>
    </dgm:pt>
    <dgm:pt modelId="{20013008-3CB7-4CFC-93D7-E07494BC7C78}">
      <dgm:prSet custT="1"/>
      <dgm:spPr/>
      <dgm:t>
        <a:bodyPr/>
        <a:lstStyle/>
        <a:p>
          <a:r>
            <a:rPr lang="en-US" altLang="zh-CN" sz="1100" b="1">
              <a:latin typeface="Calibri" panose="020F0502020204030204" pitchFamily="34" charset="0"/>
              <a:cs typeface="Calibri" panose="020F0502020204030204" pitchFamily="34" charset="0"/>
            </a:rPr>
            <a:t>Confirm Details &amp; Sign</a:t>
          </a:r>
        </a:p>
        <a:p>
          <a:r>
            <a:rPr lang="en-US" altLang="zh-CN" sz="1100" b="0">
              <a:latin typeface="Calibri" panose="020F0502020204030204" pitchFamily="34" charset="0"/>
              <a:cs typeface="Calibri" panose="020F0502020204030204" pitchFamily="34" charset="0"/>
            </a:rPr>
            <a:t>Est 2 Days</a:t>
          </a:r>
          <a:endParaRPr lang="zh-CN" altLang="en-US" sz="1100" b="0" dirty="0">
            <a:latin typeface="Calibri" panose="020F0502020204030204" pitchFamily="34" charset="0"/>
            <a:cs typeface="Calibri" panose="020F0502020204030204" pitchFamily="34" charset="0"/>
          </a:endParaRPr>
        </a:p>
      </dgm:t>
    </dgm:pt>
    <dgm:pt modelId="{A4CC5035-645F-45BC-BD97-D1FBF27316D2}" type="parTrans" cxnId="{D64F9F4B-3633-490C-8A1B-481B9AA1DA57}">
      <dgm:prSet/>
      <dgm:spPr/>
      <dgm:t>
        <a:bodyPr/>
        <a:lstStyle/>
        <a:p>
          <a:endParaRPr lang="zh-CN" altLang="en-US"/>
        </a:p>
      </dgm:t>
    </dgm:pt>
    <dgm:pt modelId="{56DD7DF2-9C3A-4293-9233-8889EA5FB9F0}" type="sibTrans" cxnId="{D64F9F4B-3633-490C-8A1B-481B9AA1DA57}">
      <dgm:prSet/>
      <dgm:spPr/>
      <dgm:t>
        <a:bodyPr/>
        <a:lstStyle/>
        <a:p>
          <a:endParaRPr lang="zh-CN" altLang="en-US" sz="1100" b="0">
            <a:solidFill>
              <a:schemeClr val="tx1"/>
            </a:solidFill>
            <a:latin typeface="Calibri" panose="020F0502020204030204" pitchFamily="34" charset="0"/>
            <a:cs typeface="Calibri" panose="020F0502020204030204" pitchFamily="34" charset="0"/>
          </a:endParaRPr>
        </a:p>
      </dgm:t>
    </dgm:pt>
    <dgm:pt modelId="{1FA6305C-D9C4-4890-8634-95ECC2ECB5D5}">
      <dgm:prSet custT="1"/>
      <dgm:spPr/>
      <dgm:t>
        <a:bodyPr/>
        <a:lstStyle/>
        <a:p>
          <a:r>
            <a:rPr lang="en-US" altLang="zh-CN" sz="1100" b="1">
              <a:latin typeface="Calibri" panose="020F0502020204030204" pitchFamily="34" charset="0"/>
              <a:cs typeface="Calibri" panose="020F0502020204030204" pitchFamily="34" charset="0"/>
            </a:rPr>
            <a:t>Production</a:t>
          </a:r>
        </a:p>
        <a:p>
          <a:r>
            <a:rPr lang="en-US" altLang="zh-CN" sz="1100" b="0">
              <a:latin typeface="Calibri" panose="020F0502020204030204" pitchFamily="34" charset="0"/>
              <a:cs typeface="Calibri" panose="020F0502020204030204" pitchFamily="34" charset="0"/>
            </a:rPr>
            <a:t>Est 4-6 Weeks</a:t>
          </a:r>
          <a:endParaRPr lang="en-US" altLang="zh-CN" sz="1100" b="0" dirty="0">
            <a:latin typeface="Calibri" panose="020F0502020204030204" pitchFamily="34" charset="0"/>
            <a:cs typeface="Calibri" panose="020F0502020204030204" pitchFamily="34" charset="0"/>
          </a:endParaRPr>
        </a:p>
      </dgm:t>
    </dgm:pt>
    <dgm:pt modelId="{BF8F2D01-550C-4078-829E-32A1189968C1}" type="parTrans" cxnId="{CBBA5827-AFED-4F89-B0D5-12B42893160E}">
      <dgm:prSet/>
      <dgm:spPr/>
      <dgm:t>
        <a:bodyPr/>
        <a:lstStyle/>
        <a:p>
          <a:endParaRPr lang="zh-CN" altLang="en-US"/>
        </a:p>
      </dgm:t>
    </dgm:pt>
    <dgm:pt modelId="{D6F3BB9F-1ED3-4291-A3F4-B61F71817EBB}" type="sibTrans" cxnId="{CBBA5827-AFED-4F89-B0D5-12B42893160E}">
      <dgm:prSet/>
      <dgm:spPr/>
      <dgm:t>
        <a:bodyPr/>
        <a:lstStyle/>
        <a:p>
          <a:endParaRPr lang="zh-CN" altLang="en-US" sz="1100" b="0">
            <a:solidFill>
              <a:schemeClr val="tx1"/>
            </a:solidFill>
            <a:latin typeface="Calibri" panose="020F0502020204030204" pitchFamily="34" charset="0"/>
            <a:cs typeface="Calibri" panose="020F0502020204030204" pitchFamily="34" charset="0"/>
          </a:endParaRPr>
        </a:p>
      </dgm:t>
    </dgm:pt>
    <dgm:pt modelId="{DCF7635A-CD43-4502-A39B-3F352A1031DE}">
      <dgm:prSet custT="1"/>
      <dgm:spPr/>
      <dgm:t>
        <a:bodyPr/>
        <a:lstStyle/>
        <a:p>
          <a:r>
            <a:rPr lang="en-US" altLang="zh-CN" sz="1100" b="1">
              <a:latin typeface="Calibri" panose="020F0502020204030204" pitchFamily="34" charset="0"/>
              <a:cs typeface="Calibri" panose="020F0502020204030204" pitchFamily="34" charset="0"/>
            </a:rPr>
            <a:t>Transport</a:t>
          </a:r>
        </a:p>
        <a:p>
          <a:r>
            <a:rPr lang="en-US" altLang="zh-CN" sz="1100" b="0">
              <a:latin typeface="Calibri" panose="020F0502020204030204" pitchFamily="34" charset="0"/>
              <a:cs typeface="Calibri" panose="020F0502020204030204" pitchFamily="34" charset="0"/>
            </a:rPr>
            <a:t>Est 2-3 weeks</a:t>
          </a:r>
          <a:endParaRPr lang="en-US" altLang="zh-CN" sz="1100" b="0" dirty="0">
            <a:latin typeface="Calibri" panose="020F0502020204030204" pitchFamily="34" charset="0"/>
            <a:cs typeface="Calibri" panose="020F0502020204030204" pitchFamily="34" charset="0"/>
          </a:endParaRPr>
        </a:p>
      </dgm:t>
    </dgm:pt>
    <dgm:pt modelId="{16C0F29D-AAC1-4E53-87A4-5D7C4919BEB3}" type="parTrans" cxnId="{F97CFAFE-2990-4451-9FFC-FACB6BCC38A7}">
      <dgm:prSet/>
      <dgm:spPr/>
      <dgm:t>
        <a:bodyPr/>
        <a:lstStyle/>
        <a:p>
          <a:endParaRPr lang="zh-CN" altLang="en-US"/>
        </a:p>
      </dgm:t>
    </dgm:pt>
    <dgm:pt modelId="{AD954A0D-862D-46B1-BF03-2EFAE4B8FFB2}" type="sibTrans" cxnId="{F97CFAFE-2990-4451-9FFC-FACB6BCC38A7}">
      <dgm:prSet/>
      <dgm:spPr/>
      <dgm:t>
        <a:bodyPr/>
        <a:lstStyle/>
        <a:p>
          <a:endParaRPr lang="zh-CN" altLang="en-US" sz="1100" b="0">
            <a:solidFill>
              <a:schemeClr val="tx1"/>
            </a:solidFill>
            <a:latin typeface="Calibri" panose="020F0502020204030204" pitchFamily="34" charset="0"/>
            <a:cs typeface="Calibri" panose="020F0502020204030204" pitchFamily="34" charset="0"/>
          </a:endParaRPr>
        </a:p>
      </dgm:t>
    </dgm:pt>
    <dgm:pt modelId="{4A25DA77-05B3-463F-8623-D0487D3FE97D}">
      <dgm:prSet custT="1"/>
      <dgm:spPr/>
      <dgm:t>
        <a:bodyPr/>
        <a:lstStyle/>
        <a:p>
          <a:r>
            <a:rPr lang="en-US" altLang="zh-CN" sz="1100" b="1">
              <a:latin typeface="Calibri" panose="020F0502020204030204" pitchFamily="34" charset="0"/>
              <a:cs typeface="Calibri" panose="020F0502020204030204" pitchFamily="34" charset="0"/>
            </a:rPr>
            <a:t>Install</a:t>
          </a:r>
        </a:p>
        <a:p>
          <a:r>
            <a:rPr lang="en-US" altLang="zh-CN" sz="1100" b="0">
              <a:latin typeface="Calibri" panose="020F0502020204030204" pitchFamily="34" charset="0"/>
              <a:cs typeface="Calibri" panose="020F0502020204030204" pitchFamily="34" charset="0"/>
            </a:rPr>
            <a:t>Est 1week</a:t>
          </a:r>
          <a:endParaRPr lang="zh-CN" altLang="en-US" sz="1100" b="0" dirty="0">
            <a:latin typeface="Calibri" panose="020F0502020204030204" pitchFamily="34" charset="0"/>
            <a:cs typeface="Calibri" panose="020F0502020204030204" pitchFamily="34" charset="0"/>
          </a:endParaRPr>
        </a:p>
      </dgm:t>
    </dgm:pt>
    <dgm:pt modelId="{973A790A-3470-4208-B23D-CB0DA045EF9F}" type="parTrans" cxnId="{4E026976-BCCE-4B15-A349-58F69D32E637}">
      <dgm:prSet/>
      <dgm:spPr/>
      <dgm:t>
        <a:bodyPr/>
        <a:lstStyle/>
        <a:p>
          <a:endParaRPr lang="zh-CN" altLang="en-US"/>
        </a:p>
      </dgm:t>
    </dgm:pt>
    <dgm:pt modelId="{7CE86623-C195-4DD3-8546-412D10F29976}" type="sibTrans" cxnId="{4E026976-BCCE-4B15-A349-58F69D32E637}">
      <dgm:prSet/>
      <dgm:spPr/>
      <dgm:t>
        <a:bodyPr/>
        <a:lstStyle/>
        <a:p>
          <a:endParaRPr lang="zh-CN" altLang="en-US" sz="1100" b="0">
            <a:solidFill>
              <a:schemeClr val="tx1"/>
            </a:solidFill>
            <a:latin typeface="Calibri" panose="020F0502020204030204" pitchFamily="34" charset="0"/>
            <a:cs typeface="Calibri" panose="020F0502020204030204" pitchFamily="34" charset="0"/>
          </a:endParaRPr>
        </a:p>
      </dgm:t>
    </dgm:pt>
    <dgm:pt modelId="{3E22906B-FFE7-4DDD-A217-BF54942433BD}" type="pres">
      <dgm:prSet presAssocID="{920CC3F1-E82C-40A3-8972-07AB7CBDDF0A}" presName="cycle" presStyleCnt="0">
        <dgm:presLayoutVars>
          <dgm:dir/>
          <dgm:resizeHandles val="exact"/>
        </dgm:presLayoutVars>
      </dgm:prSet>
      <dgm:spPr/>
    </dgm:pt>
    <dgm:pt modelId="{BDDA09EA-E70A-43C9-B867-820A94C25073}" type="pres">
      <dgm:prSet presAssocID="{B2CB50F9-9530-4994-91A7-D511291EAA21}" presName="node" presStyleLbl="node1" presStyleIdx="0" presStyleCnt="8">
        <dgm:presLayoutVars>
          <dgm:bulletEnabled val="1"/>
        </dgm:presLayoutVars>
      </dgm:prSet>
      <dgm:spPr/>
    </dgm:pt>
    <dgm:pt modelId="{1C8559EA-8FA9-4D7B-B705-21EF3C6DF284}" type="pres">
      <dgm:prSet presAssocID="{B2CB50F9-9530-4994-91A7-D511291EAA21}" presName="spNode" presStyleCnt="0"/>
      <dgm:spPr/>
    </dgm:pt>
    <dgm:pt modelId="{905F91A6-44A7-42C6-A220-D3AE74D5BBB6}" type="pres">
      <dgm:prSet presAssocID="{F152DB13-9446-454E-AF08-7E5AD5037CB8}" presName="sibTrans" presStyleLbl="sibTrans1D1" presStyleIdx="0" presStyleCnt="8"/>
      <dgm:spPr/>
    </dgm:pt>
    <dgm:pt modelId="{C152294E-F9F4-4CF2-94A3-575ECB842E30}" type="pres">
      <dgm:prSet presAssocID="{ED11B7D3-A02A-4D15-BABA-B96D4580B618}" presName="node" presStyleLbl="node1" presStyleIdx="1" presStyleCnt="8">
        <dgm:presLayoutVars>
          <dgm:bulletEnabled val="1"/>
        </dgm:presLayoutVars>
      </dgm:prSet>
      <dgm:spPr/>
    </dgm:pt>
    <dgm:pt modelId="{C099D315-D127-4104-A16E-E71D6CBCCC12}" type="pres">
      <dgm:prSet presAssocID="{ED11B7D3-A02A-4D15-BABA-B96D4580B618}" presName="spNode" presStyleCnt="0"/>
      <dgm:spPr/>
    </dgm:pt>
    <dgm:pt modelId="{D0A74D28-2EC0-45AA-A9C0-57D5C8113BF7}" type="pres">
      <dgm:prSet presAssocID="{431A89F0-7CBB-4841-9739-F02892B7DA2D}" presName="sibTrans" presStyleLbl="sibTrans1D1" presStyleIdx="1" presStyleCnt="8"/>
      <dgm:spPr/>
    </dgm:pt>
    <dgm:pt modelId="{7AE0CB80-ECDB-4486-9723-CE26415230F3}" type="pres">
      <dgm:prSet presAssocID="{A81F28F1-16A5-4348-A42B-01BF58369B64}" presName="node" presStyleLbl="node1" presStyleIdx="2" presStyleCnt="8">
        <dgm:presLayoutVars>
          <dgm:bulletEnabled val="1"/>
        </dgm:presLayoutVars>
      </dgm:prSet>
      <dgm:spPr/>
    </dgm:pt>
    <dgm:pt modelId="{B41FEEC3-820E-47B1-BB0D-F824303092DE}" type="pres">
      <dgm:prSet presAssocID="{A81F28F1-16A5-4348-A42B-01BF58369B64}" presName="spNode" presStyleCnt="0"/>
      <dgm:spPr/>
    </dgm:pt>
    <dgm:pt modelId="{CAB1DA51-73FB-4266-BA84-584AA911456F}" type="pres">
      <dgm:prSet presAssocID="{E1C1C632-8A85-4F58-B708-D985A50FE841}" presName="sibTrans" presStyleLbl="sibTrans1D1" presStyleIdx="2" presStyleCnt="8"/>
      <dgm:spPr/>
    </dgm:pt>
    <dgm:pt modelId="{E0484D5D-825E-44C7-8EBF-46BAAAAF8425}" type="pres">
      <dgm:prSet presAssocID="{75FC4ED1-A7BD-4FDE-AA14-C95756C4F1C7}" presName="node" presStyleLbl="node1" presStyleIdx="3" presStyleCnt="8">
        <dgm:presLayoutVars>
          <dgm:bulletEnabled val="1"/>
        </dgm:presLayoutVars>
      </dgm:prSet>
      <dgm:spPr/>
    </dgm:pt>
    <dgm:pt modelId="{FA7BC445-B428-4111-9CB4-C49FFB155D85}" type="pres">
      <dgm:prSet presAssocID="{75FC4ED1-A7BD-4FDE-AA14-C95756C4F1C7}" presName="spNode" presStyleCnt="0"/>
      <dgm:spPr/>
    </dgm:pt>
    <dgm:pt modelId="{4F9DB0A1-EF94-4738-AB47-2405ECB9DC7C}" type="pres">
      <dgm:prSet presAssocID="{09747F85-9DE3-4B54-B75E-9837EF4FCCE5}" presName="sibTrans" presStyleLbl="sibTrans1D1" presStyleIdx="3" presStyleCnt="8"/>
      <dgm:spPr/>
    </dgm:pt>
    <dgm:pt modelId="{09D80F86-1024-43FB-9B2F-3FC9EC84E594}" type="pres">
      <dgm:prSet presAssocID="{20013008-3CB7-4CFC-93D7-E07494BC7C78}" presName="node" presStyleLbl="node1" presStyleIdx="4" presStyleCnt="8">
        <dgm:presLayoutVars>
          <dgm:bulletEnabled val="1"/>
        </dgm:presLayoutVars>
      </dgm:prSet>
      <dgm:spPr/>
    </dgm:pt>
    <dgm:pt modelId="{B700BE9F-D278-4033-BDC9-FE48AC30B063}" type="pres">
      <dgm:prSet presAssocID="{20013008-3CB7-4CFC-93D7-E07494BC7C78}" presName="spNode" presStyleCnt="0"/>
      <dgm:spPr/>
    </dgm:pt>
    <dgm:pt modelId="{09EE9A86-0F2F-4089-8D6A-9E28A7B67A95}" type="pres">
      <dgm:prSet presAssocID="{56DD7DF2-9C3A-4293-9233-8889EA5FB9F0}" presName="sibTrans" presStyleLbl="sibTrans1D1" presStyleIdx="4" presStyleCnt="8"/>
      <dgm:spPr/>
    </dgm:pt>
    <dgm:pt modelId="{95E1D6E4-6885-43B5-A1C3-7608E3E981C2}" type="pres">
      <dgm:prSet presAssocID="{1FA6305C-D9C4-4890-8634-95ECC2ECB5D5}" presName="node" presStyleLbl="node1" presStyleIdx="5" presStyleCnt="8">
        <dgm:presLayoutVars>
          <dgm:bulletEnabled val="1"/>
        </dgm:presLayoutVars>
      </dgm:prSet>
      <dgm:spPr/>
    </dgm:pt>
    <dgm:pt modelId="{BC9A83E2-05B2-40EB-8173-E66945621251}" type="pres">
      <dgm:prSet presAssocID="{1FA6305C-D9C4-4890-8634-95ECC2ECB5D5}" presName="spNode" presStyleCnt="0"/>
      <dgm:spPr/>
    </dgm:pt>
    <dgm:pt modelId="{11C971E1-C313-4DD5-94D9-DAAED359B949}" type="pres">
      <dgm:prSet presAssocID="{D6F3BB9F-1ED3-4291-A3F4-B61F71817EBB}" presName="sibTrans" presStyleLbl="sibTrans1D1" presStyleIdx="5" presStyleCnt="8"/>
      <dgm:spPr/>
    </dgm:pt>
    <dgm:pt modelId="{69B6DA6B-8C5D-43F0-8036-7017C9ECB217}" type="pres">
      <dgm:prSet presAssocID="{DCF7635A-CD43-4502-A39B-3F352A1031DE}" presName="node" presStyleLbl="node1" presStyleIdx="6" presStyleCnt="8">
        <dgm:presLayoutVars>
          <dgm:bulletEnabled val="1"/>
        </dgm:presLayoutVars>
      </dgm:prSet>
      <dgm:spPr/>
    </dgm:pt>
    <dgm:pt modelId="{E0100881-33B3-472D-8418-512866037364}" type="pres">
      <dgm:prSet presAssocID="{DCF7635A-CD43-4502-A39B-3F352A1031DE}" presName="spNode" presStyleCnt="0"/>
      <dgm:spPr/>
    </dgm:pt>
    <dgm:pt modelId="{D4DFC4EB-9244-4AE8-BB13-C75745715A81}" type="pres">
      <dgm:prSet presAssocID="{AD954A0D-862D-46B1-BF03-2EFAE4B8FFB2}" presName="sibTrans" presStyleLbl="sibTrans1D1" presStyleIdx="6" presStyleCnt="8"/>
      <dgm:spPr/>
    </dgm:pt>
    <dgm:pt modelId="{B395EC50-8802-4486-ADCF-6ACB147BDD4A}" type="pres">
      <dgm:prSet presAssocID="{4A25DA77-05B3-463F-8623-D0487D3FE97D}" presName="node" presStyleLbl="node1" presStyleIdx="7" presStyleCnt="8">
        <dgm:presLayoutVars>
          <dgm:bulletEnabled val="1"/>
        </dgm:presLayoutVars>
      </dgm:prSet>
      <dgm:spPr/>
    </dgm:pt>
    <dgm:pt modelId="{E0C0CE92-2A24-45C8-91FF-92DED3AEC554}" type="pres">
      <dgm:prSet presAssocID="{4A25DA77-05B3-463F-8623-D0487D3FE97D}" presName="spNode" presStyleCnt="0"/>
      <dgm:spPr/>
    </dgm:pt>
    <dgm:pt modelId="{B7A52EDD-B7C6-476B-8B22-48C35707A28B}" type="pres">
      <dgm:prSet presAssocID="{7CE86623-C195-4DD3-8546-412D10F29976}" presName="sibTrans" presStyleLbl="sibTrans1D1" presStyleIdx="7" presStyleCnt="8"/>
      <dgm:spPr/>
    </dgm:pt>
  </dgm:ptLst>
  <dgm:cxnLst>
    <dgm:cxn modelId="{071D3B10-0DC5-45B0-9C78-416C3E8C94AF}" type="presOf" srcId="{09747F85-9DE3-4B54-B75E-9837EF4FCCE5}" destId="{4F9DB0A1-EF94-4738-AB47-2405ECB9DC7C}" srcOrd="0" destOrd="0" presId="urn:microsoft.com/office/officeart/2005/8/layout/cycle6"/>
    <dgm:cxn modelId="{B7FC9E10-FE20-4DF0-AD62-9829229A3A8E}" type="presOf" srcId="{75FC4ED1-A7BD-4FDE-AA14-C95756C4F1C7}" destId="{E0484D5D-825E-44C7-8EBF-46BAAAAF8425}" srcOrd="0" destOrd="0" presId="urn:microsoft.com/office/officeart/2005/8/layout/cycle6"/>
    <dgm:cxn modelId="{04670B15-C394-4B88-8ECB-C35ECF25F4A1}" type="presOf" srcId="{431A89F0-7CBB-4841-9739-F02892B7DA2D}" destId="{D0A74D28-2EC0-45AA-A9C0-57D5C8113BF7}" srcOrd="0" destOrd="0" presId="urn:microsoft.com/office/officeart/2005/8/layout/cycle6"/>
    <dgm:cxn modelId="{AD347A1E-7176-45F6-8F41-63C8C9E5C973}" type="presOf" srcId="{920CC3F1-E82C-40A3-8972-07AB7CBDDF0A}" destId="{3E22906B-FFE7-4DDD-A217-BF54942433BD}" srcOrd="0" destOrd="0" presId="urn:microsoft.com/office/officeart/2005/8/layout/cycle6"/>
    <dgm:cxn modelId="{CBBA5827-AFED-4F89-B0D5-12B42893160E}" srcId="{920CC3F1-E82C-40A3-8972-07AB7CBDDF0A}" destId="{1FA6305C-D9C4-4890-8634-95ECC2ECB5D5}" srcOrd="5" destOrd="0" parTransId="{BF8F2D01-550C-4078-829E-32A1189968C1}" sibTransId="{D6F3BB9F-1ED3-4291-A3F4-B61F71817EBB}"/>
    <dgm:cxn modelId="{5E02B22B-6557-4E27-886B-8241C9033710}" type="presOf" srcId="{AD954A0D-862D-46B1-BF03-2EFAE4B8FFB2}" destId="{D4DFC4EB-9244-4AE8-BB13-C75745715A81}" srcOrd="0" destOrd="0" presId="urn:microsoft.com/office/officeart/2005/8/layout/cycle6"/>
    <dgm:cxn modelId="{90D2AC34-F768-4135-8D55-F9ABEEF39E31}" type="presOf" srcId="{4A25DA77-05B3-463F-8623-D0487D3FE97D}" destId="{B395EC50-8802-4486-ADCF-6ACB147BDD4A}" srcOrd="0" destOrd="0" presId="urn:microsoft.com/office/officeart/2005/8/layout/cycle6"/>
    <dgm:cxn modelId="{DA0BF939-5171-496F-B5E6-0FD7E56FEE2C}" type="presOf" srcId="{F152DB13-9446-454E-AF08-7E5AD5037CB8}" destId="{905F91A6-44A7-42C6-A220-D3AE74D5BBB6}" srcOrd="0" destOrd="0" presId="urn:microsoft.com/office/officeart/2005/8/layout/cycle6"/>
    <dgm:cxn modelId="{49887461-D3BA-485D-8522-27CA0A2BAACC}" type="presOf" srcId="{7CE86623-C195-4DD3-8546-412D10F29976}" destId="{B7A52EDD-B7C6-476B-8B22-48C35707A28B}" srcOrd="0" destOrd="0" presId="urn:microsoft.com/office/officeart/2005/8/layout/cycle6"/>
    <dgm:cxn modelId="{77396143-DC5D-4567-989F-125FFCFE39EB}" type="presOf" srcId="{ED11B7D3-A02A-4D15-BABA-B96D4580B618}" destId="{C152294E-F9F4-4CF2-94A3-575ECB842E30}" srcOrd="0" destOrd="0" presId="urn:microsoft.com/office/officeart/2005/8/layout/cycle6"/>
    <dgm:cxn modelId="{B3EBF849-156E-4BF8-AB58-A1162EA4C736}" srcId="{920CC3F1-E82C-40A3-8972-07AB7CBDDF0A}" destId="{75FC4ED1-A7BD-4FDE-AA14-C95756C4F1C7}" srcOrd="3" destOrd="0" parTransId="{D965FB33-DD43-43BC-8471-0B048AA5E620}" sibTransId="{09747F85-9DE3-4B54-B75E-9837EF4FCCE5}"/>
    <dgm:cxn modelId="{D64F9F4B-3633-490C-8A1B-481B9AA1DA57}" srcId="{920CC3F1-E82C-40A3-8972-07AB7CBDDF0A}" destId="{20013008-3CB7-4CFC-93D7-E07494BC7C78}" srcOrd="4" destOrd="0" parTransId="{A4CC5035-645F-45BC-BD97-D1FBF27316D2}" sibTransId="{56DD7DF2-9C3A-4293-9233-8889EA5FB9F0}"/>
    <dgm:cxn modelId="{4E026976-BCCE-4B15-A349-58F69D32E637}" srcId="{920CC3F1-E82C-40A3-8972-07AB7CBDDF0A}" destId="{4A25DA77-05B3-463F-8623-D0487D3FE97D}" srcOrd="7" destOrd="0" parTransId="{973A790A-3470-4208-B23D-CB0DA045EF9F}" sibTransId="{7CE86623-C195-4DD3-8546-412D10F29976}"/>
    <dgm:cxn modelId="{01DD2F78-BAF9-4D12-9EE2-C35A8AC94527}" type="presOf" srcId="{B2CB50F9-9530-4994-91A7-D511291EAA21}" destId="{BDDA09EA-E70A-43C9-B867-820A94C25073}" srcOrd="0" destOrd="0" presId="urn:microsoft.com/office/officeart/2005/8/layout/cycle6"/>
    <dgm:cxn modelId="{5641FB8A-28C6-4658-862D-8504861D58E8}" srcId="{920CC3F1-E82C-40A3-8972-07AB7CBDDF0A}" destId="{ED11B7D3-A02A-4D15-BABA-B96D4580B618}" srcOrd="1" destOrd="0" parTransId="{4288A06E-FCD6-468F-A2BE-3EFEEBC9DB65}" sibTransId="{431A89F0-7CBB-4841-9739-F02892B7DA2D}"/>
    <dgm:cxn modelId="{F27A09A3-94E0-417A-A62F-42ED8FF34D50}" type="presOf" srcId="{20013008-3CB7-4CFC-93D7-E07494BC7C78}" destId="{09D80F86-1024-43FB-9B2F-3FC9EC84E594}" srcOrd="0" destOrd="0" presId="urn:microsoft.com/office/officeart/2005/8/layout/cycle6"/>
    <dgm:cxn modelId="{6DC54EA4-AFA1-4F54-BB54-5C04AD8F1271}" type="presOf" srcId="{A81F28F1-16A5-4348-A42B-01BF58369B64}" destId="{7AE0CB80-ECDB-4486-9723-CE26415230F3}" srcOrd="0" destOrd="0" presId="urn:microsoft.com/office/officeart/2005/8/layout/cycle6"/>
    <dgm:cxn modelId="{71A84FBA-2853-4534-9483-47AA1A734BB9}" type="presOf" srcId="{D6F3BB9F-1ED3-4291-A3F4-B61F71817EBB}" destId="{11C971E1-C313-4DD5-94D9-DAAED359B949}" srcOrd="0" destOrd="0" presId="urn:microsoft.com/office/officeart/2005/8/layout/cycle6"/>
    <dgm:cxn modelId="{8316A3C3-F78F-41FC-9DF5-C67BB21137D1}" srcId="{920CC3F1-E82C-40A3-8972-07AB7CBDDF0A}" destId="{B2CB50F9-9530-4994-91A7-D511291EAA21}" srcOrd="0" destOrd="0" parTransId="{EAA60E82-7932-454B-B6DD-2EE834970358}" sibTransId="{F152DB13-9446-454E-AF08-7E5AD5037CB8}"/>
    <dgm:cxn modelId="{45E31AC8-5E54-4CA5-ACDF-6F6B77F60C3D}" type="presOf" srcId="{1FA6305C-D9C4-4890-8634-95ECC2ECB5D5}" destId="{95E1D6E4-6885-43B5-A1C3-7608E3E981C2}" srcOrd="0" destOrd="0" presId="urn:microsoft.com/office/officeart/2005/8/layout/cycle6"/>
    <dgm:cxn modelId="{B1A7A8CB-EAE9-4136-B54E-8EF820A68F62}" type="presOf" srcId="{56DD7DF2-9C3A-4293-9233-8889EA5FB9F0}" destId="{09EE9A86-0F2F-4089-8D6A-9E28A7B67A95}" srcOrd="0" destOrd="0" presId="urn:microsoft.com/office/officeart/2005/8/layout/cycle6"/>
    <dgm:cxn modelId="{5CED7EE4-2836-4761-916A-1A3155E3A0E0}" srcId="{920CC3F1-E82C-40A3-8972-07AB7CBDDF0A}" destId="{A81F28F1-16A5-4348-A42B-01BF58369B64}" srcOrd="2" destOrd="0" parTransId="{5B6F1D8F-3A31-4018-B661-5C8356F27838}" sibTransId="{E1C1C632-8A85-4F58-B708-D985A50FE841}"/>
    <dgm:cxn modelId="{69BB99E8-D133-46DF-B595-91440D421BC4}" type="presOf" srcId="{E1C1C632-8A85-4F58-B708-D985A50FE841}" destId="{CAB1DA51-73FB-4266-BA84-584AA911456F}" srcOrd="0" destOrd="0" presId="urn:microsoft.com/office/officeart/2005/8/layout/cycle6"/>
    <dgm:cxn modelId="{71A4DDF4-949E-4DE7-910A-342F51F667DE}" type="presOf" srcId="{DCF7635A-CD43-4502-A39B-3F352A1031DE}" destId="{69B6DA6B-8C5D-43F0-8036-7017C9ECB217}" srcOrd="0" destOrd="0" presId="urn:microsoft.com/office/officeart/2005/8/layout/cycle6"/>
    <dgm:cxn modelId="{F97CFAFE-2990-4451-9FFC-FACB6BCC38A7}" srcId="{920CC3F1-E82C-40A3-8972-07AB7CBDDF0A}" destId="{DCF7635A-CD43-4502-A39B-3F352A1031DE}" srcOrd="6" destOrd="0" parTransId="{16C0F29D-AAC1-4E53-87A4-5D7C4919BEB3}" sibTransId="{AD954A0D-862D-46B1-BF03-2EFAE4B8FFB2}"/>
    <dgm:cxn modelId="{C119D17D-CDAA-4CC9-A347-958B4F43110C}" type="presParOf" srcId="{3E22906B-FFE7-4DDD-A217-BF54942433BD}" destId="{BDDA09EA-E70A-43C9-B867-820A94C25073}" srcOrd="0" destOrd="0" presId="urn:microsoft.com/office/officeart/2005/8/layout/cycle6"/>
    <dgm:cxn modelId="{471E6B8B-4D40-4FF7-9642-E903B5387E2E}" type="presParOf" srcId="{3E22906B-FFE7-4DDD-A217-BF54942433BD}" destId="{1C8559EA-8FA9-4D7B-B705-21EF3C6DF284}" srcOrd="1" destOrd="0" presId="urn:microsoft.com/office/officeart/2005/8/layout/cycle6"/>
    <dgm:cxn modelId="{79124C2E-6763-4BC2-AF69-AA838D966A65}" type="presParOf" srcId="{3E22906B-FFE7-4DDD-A217-BF54942433BD}" destId="{905F91A6-44A7-42C6-A220-D3AE74D5BBB6}" srcOrd="2" destOrd="0" presId="urn:microsoft.com/office/officeart/2005/8/layout/cycle6"/>
    <dgm:cxn modelId="{3C8540F7-202B-4C14-B09E-049451F39DA8}" type="presParOf" srcId="{3E22906B-FFE7-4DDD-A217-BF54942433BD}" destId="{C152294E-F9F4-4CF2-94A3-575ECB842E30}" srcOrd="3" destOrd="0" presId="urn:microsoft.com/office/officeart/2005/8/layout/cycle6"/>
    <dgm:cxn modelId="{5822F8E9-C0A8-451F-B55A-69E50EDD4E04}" type="presParOf" srcId="{3E22906B-FFE7-4DDD-A217-BF54942433BD}" destId="{C099D315-D127-4104-A16E-E71D6CBCCC12}" srcOrd="4" destOrd="0" presId="urn:microsoft.com/office/officeart/2005/8/layout/cycle6"/>
    <dgm:cxn modelId="{92859347-A3A8-43F7-A9D9-CAEC426AE290}" type="presParOf" srcId="{3E22906B-FFE7-4DDD-A217-BF54942433BD}" destId="{D0A74D28-2EC0-45AA-A9C0-57D5C8113BF7}" srcOrd="5" destOrd="0" presId="urn:microsoft.com/office/officeart/2005/8/layout/cycle6"/>
    <dgm:cxn modelId="{5792F617-D88A-44C7-A70E-922196A13FA9}" type="presParOf" srcId="{3E22906B-FFE7-4DDD-A217-BF54942433BD}" destId="{7AE0CB80-ECDB-4486-9723-CE26415230F3}" srcOrd="6" destOrd="0" presId="urn:microsoft.com/office/officeart/2005/8/layout/cycle6"/>
    <dgm:cxn modelId="{14DF8B44-6495-444F-BF70-6A985F0BE3FD}" type="presParOf" srcId="{3E22906B-FFE7-4DDD-A217-BF54942433BD}" destId="{B41FEEC3-820E-47B1-BB0D-F824303092DE}" srcOrd="7" destOrd="0" presId="urn:microsoft.com/office/officeart/2005/8/layout/cycle6"/>
    <dgm:cxn modelId="{DD4F65A3-FBAF-42BA-BAAB-8872480E9663}" type="presParOf" srcId="{3E22906B-FFE7-4DDD-A217-BF54942433BD}" destId="{CAB1DA51-73FB-4266-BA84-584AA911456F}" srcOrd="8" destOrd="0" presId="urn:microsoft.com/office/officeart/2005/8/layout/cycle6"/>
    <dgm:cxn modelId="{F990F8A3-53B0-4986-929F-1181E4E4E5A1}" type="presParOf" srcId="{3E22906B-FFE7-4DDD-A217-BF54942433BD}" destId="{E0484D5D-825E-44C7-8EBF-46BAAAAF8425}" srcOrd="9" destOrd="0" presId="urn:microsoft.com/office/officeart/2005/8/layout/cycle6"/>
    <dgm:cxn modelId="{CE822260-1A88-4D2D-8CFE-1577836FEA4D}" type="presParOf" srcId="{3E22906B-FFE7-4DDD-A217-BF54942433BD}" destId="{FA7BC445-B428-4111-9CB4-C49FFB155D85}" srcOrd="10" destOrd="0" presId="urn:microsoft.com/office/officeart/2005/8/layout/cycle6"/>
    <dgm:cxn modelId="{A2629BD9-22F9-43B7-B46F-6ABF1A827232}" type="presParOf" srcId="{3E22906B-FFE7-4DDD-A217-BF54942433BD}" destId="{4F9DB0A1-EF94-4738-AB47-2405ECB9DC7C}" srcOrd="11" destOrd="0" presId="urn:microsoft.com/office/officeart/2005/8/layout/cycle6"/>
    <dgm:cxn modelId="{4F1A734E-EC63-4524-B3F7-781A7BC1A298}" type="presParOf" srcId="{3E22906B-FFE7-4DDD-A217-BF54942433BD}" destId="{09D80F86-1024-43FB-9B2F-3FC9EC84E594}" srcOrd="12" destOrd="0" presId="urn:microsoft.com/office/officeart/2005/8/layout/cycle6"/>
    <dgm:cxn modelId="{5696D35D-D64C-4DDE-A972-FF45143AF620}" type="presParOf" srcId="{3E22906B-FFE7-4DDD-A217-BF54942433BD}" destId="{B700BE9F-D278-4033-BDC9-FE48AC30B063}" srcOrd="13" destOrd="0" presId="urn:microsoft.com/office/officeart/2005/8/layout/cycle6"/>
    <dgm:cxn modelId="{7B88BE1F-91B6-4E07-B389-1242DED4AD70}" type="presParOf" srcId="{3E22906B-FFE7-4DDD-A217-BF54942433BD}" destId="{09EE9A86-0F2F-4089-8D6A-9E28A7B67A95}" srcOrd="14" destOrd="0" presId="urn:microsoft.com/office/officeart/2005/8/layout/cycle6"/>
    <dgm:cxn modelId="{6AB3EA98-ECB7-4D53-87A4-559D25BEC3B2}" type="presParOf" srcId="{3E22906B-FFE7-4DDD-A217-BF54942433BD}" destId="{95E1D6E4-6885-43B5-A1C3-7608E3E981C2}" srcOrd="15" destOrd="0" presId="urn:microsoft.com/office/officeart/2005/8/layout/cycle6"/>
    <dgm:cxn modelId="{47E8B23D-67F2-42B6-A3CF-8EA1F9BAED02}" type="presParOf" srcId="{3E22906B-FFE7-4DDD-A217-BF54942433BD}" destId="{BC9A83E2-05B2-40EB-8173-E66945621251}" srcOrd="16" destOrd="0" presId="urn:microsoft.com/office/officeart/2005/8/layout/cycle6"/>
    <dgm:cxn modelId="{75066609-52DE-4C11-882A-A293615A171E}" type="presParOf" srcId="{3E22906B-FFE7-4DDD-A217-BF54942433BD}" destId="{11C971E1-C313-4DD5-94D9-DAAED359B949}" srcOrd="17" destOrd="0" presId="urn:microsoft.com/office/officeart/2005/8/layout/cycle6"/>
    <dgm:cxn modelId="{24FD443B-AAA6-4151-944E-7604503B3C54}" type="presParOf" srcId="{3E22906B-FFE7-4DDD-A217-BF54942433BD}" destId="{69B6DA6B-8C5D-43F0-8036-7017C9ECB217}" srcOrd="18" destOrd="0" presId="urn:microsoft.com/office/officeart/2005/8/layout/cycle6"/>
    <dgm:cxn modelId="{303463B8-86D0-4855-8F18-4435F80817C6}" type="presParOf" srcId="{3E22906B-FFE7-4DDD-A217-BF54942433BD}" destId="{E0100881-33B3-472D-8418-512866037364}" srcOrd="19" destOrd="0" presId="urn:microsoft.com/office/officeart/2005/8/layout/cycle6"/>
    <dgm:cxn modelId="{101B2B95-A9C5-48A0-83E9-D97C59E84432}" type="presParOf" srcId="{3E22906B-FFE7-4DDD-A217-BF54942433BD}" destId="{D4DFC4EB-9244-4AE8-BB13-C75745715A81}" srcOrd="20" destOrd="0" presId="urn:microsoft.com/office/officeart/2005/8/layout/cycle6"/>
    <dgm:cxn modelId="{B66C2742-D898-47FE-BF9C-D8B00CDAADF8}" type="presParOf" srcId="{3E22906B-FFE7-4DDD-A217-BF54942433BD}" destId="{B395EC50-8802-4486-ADCF-6ACB147BDD4A}" srcOrd="21" destOrd="0" presId="urn:microsoft.com/office/officeart/2005/8/layout/cycle6"/>
    <dgm:cxn modelId="{50E0DA30-21CA-48E6-B34C-32D89D41E923}" type="presParOf" srcId="{3E22906B-FFE7-4DDD-A217-BF54942433BD}" destId="{E0C0CE92-2A24-45C8-91FF-92DED3AEC554}" srcOrd="22" destOrd="0" presId="urn:microsoft.com/office/officeart/2005/8/layout/cycle6"/>
    <dgm:cxn modelId="{136B5C7E-7086-48BA-A023-91B1DCC00187}" type="presParOf" srcId="{3E22906B-FFE7-4DDD-A217-BF54942433BD}" destId="{B7A52EDD-B7C6-476B-8B22-48C35707A28B}" srcOrd="23"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DA09EA-E70A-43C9-B867-820A94C25073}">
      <dsp:nvSpPr>
        <dsp:cNvPr id="0" name=""/>
        <dsp:cNvSpPr/>
      </dsp:nvSpPr>
      <dsp:spPr>
        <a:xfrm>
          <a:off x="2389516" y="2097"/>
          <a:ext cx="1057257" cy="687217"/>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altLang="zh-CN" sz="1400" b="1" kern="1200" dirty="0">
              <a:solidFill>
                <a:schemeClr val="bg1"/>
              </a:solidFill>
              <a:highlight>
                <a:srgbClr val="808080"/>
              </a:highlight>
              <a:latin typeface="Calibri" panose="020F0502020204030204" pitchFamily="34" charset="0"/>
              <a:cs typeface="Calibri" panose="020F0502020204030204" pitchFamily="34" charset="0"/>
            </a:rPr>
            <a:t>Start</a:t>
          </a:r>
        </a:p>
        <a:p>
          <a:pPr marL="0" lvl="0" indent="0" algn="ctr" defTabSz="622300">
            <a:lnSpc>
              <a:spcPct val="90000"/>
            </a:lnSpc>
            <a:spcBef>
              <a:spcPct val="0"/>
            </a:spcBef>
            <a:spcAft>
              <a:spcPct val="35000"/>
            </a:spcAft>
            <a:buNone/>
          </a:pPr>
          <a:r>
            <a:rPr lang="en-US" altLang="zh-CN" sz="1100" b="1" kern="1200" dirty="0">
              <a:latin typeface="Calibri" panose="020F0502020204030204" pitchFamily="34" charset="0"/>
              <a:cs typeface="Calibri" panose="020F0502020204030204" pitchFamily="34" charset="0"/>
            </a:rPr>
            <a:t>Confirm Order</a:t>
          </a:r>
        </a:p>
        <a:p>
          <a:pPr marL="0" lvl="0" indent="0" algn="ctr" defTabSz="622300">
            <a:lnSpc>
              <a:spcPct val="90000"/>
            </a:lnSpc>
            <a:spcBef>
              <a:spcPct val="0"/>
            </a:spcBef>
            <a:spcAft>
              <a:spcPct val="35000"/>
            </a:spcAft>
            <a:buNone/>
          </a:pPr>
          <a:r>
            <a:rPr lang="en-US" altLang="zh-CN" sz="1100" b="0" kern="1200" dirty="0">
              <a:latin typeface="Calibri" panose="020F0502020204030204" pitchFamily="34" charset="0"/>
              <a:cs typeface="Calibri" panose="020F0502020204030204" pitchFamily="34" charset="0"/>
            </a:rPr>
            <a:t>Est 1 week </a:t>
          </a:r>
          <a:endParaRPr lang="zh-CN" altLang="en-US" sz="1100" b="0" kern="1200" dirty="0">
            <a:latin typeface="Calibri" panose="020F0502020204030204" pitchFamily="34" charset="0"/>
            <a:cs typeface="Calibri" panose="020F0502020204030204" pitchFamily="34" charset="0"/>
          </a:endParaRPr>
        </a:p>
      </dsp:txBody>
      <dsp:txXfrm>
        <a:off x="2423063" y="35644"/>
        <a:ext cx="990163" cy="620123"/>
      </dsp:txXfrm>
    </dsp:sp>
    <dsp:sp modelId="{905F91A6-44A7-42C6-A220-D3AE74D5BBB6}">
      <dsp:nvSpPr>
        <dsp:cNvPr id="0" name=""/>
        <dsp:cNvSpPr/>
      </dsp:nvSpPr>
      <dsp:spPr>
        <a:xfrm>
          <a:off x="531258" y="345705"/>
          <a:ext cx="4773773" cy="4773773"/>
        </a:xfrm>
        <a:custGeom>
          <a:avLst/>
          <a:gdLst/>
          <a:ahLst/>
          <a:cxnLst/>
          <a:rect l="0" t="0" r="0" b="0"/>
          <a:pathLst>
            <a:path>
              <a:moveTo>
                <a:pt x="2923146" y="61020"/>
              </a:moveTo>
              <a:arcTo wR="2386886" hR="2386886" stAng="16979006" swAng="1110066"/>
            </a:path>
          </a:pathLst>
        </a:custGeom>
        <a:noFill/>
        <a:ln w="12700" cap="flat" cmpd="sng" algn="ctr">
          <a:solidFill>
            <a:schemeClr val="dk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C152294E-F9F4-4CF2-94A3-575ECB842E30}">
      <dsp:nvSpPr>
        <dsp:cNvPr id="0" name=""/>
        <dsp:cNvSpPr/>
      </dsp:nvSpPr>
      <dsp:spPr>
        <a:xfrm>
          <a:off x="4077300" y="701200"/>
          <a:ext cx="1057257" cy="687217"/>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altLang="zh-CN" sz="1100" b="1" kern="1200">
              <a:latin typeface="Calibri" panose="020F0502020204030204" pitchFamily="34" charset="0"/>
              <a:cs typeface="Calibri" panose="020F0502020204030204" pitchFamily="34" charset="0"/>
            </a:rPr>
            <a:t>Draft Measurement</a:t>
          </a:r>
        </a:p>
        <a:p>
          <a:pPr marL="0" lvl="0" indent="0" algn="ctr" defTabSz="488950">
            <a:lnSpc>
              <a:spcPct val="90000"/>
            </a:lnSpc>
            <a:spcBef>
              <a:spcPct val="0"/>
            </a:spcBef>
            <a:spcAft>
              <a:spcPct val="35000"/>
            </a:spcAft>
            <a:buNone/>
          </a:pPr>
          <a:r>
            <a:rPr lang="en-US" altLang="zh-CN" sz="1100" b="0" kern="1200">
              <a:latin typeface="Calibri" panose="020F0502020204030204" pitchFamily="34" charset="0"/>
              <a:cs typeface="Calibri" panose="020F0502020204030204" pitchFamily="34" charset="0"/>
            </a:rPr>
            <a:t>Est 2 Days</a:t>
          </a:r>
          <a:endParaRPr lang="zh-CN" altLang="en-US" sz="1100" b="0" kern="1200" dirty="0">
            <a:latin typeface="Calibri" panose="020F0502020204030204" pitchFamily="34" charset="0"/>
            <a:cs typeface="Calibri" panose="020F0502020204030204" pitchFamily="34" charset="0"/>
          </a:endParaRPr>
        </a:p>
      </dsp:txBody>
      <dsp:txXfrm>
        <a:off x="4110847" y="734747"/>
        <a:ext cx="990163" cy="620123"/>
      </dsp:txXfrm>
    </dsp:sp>
    <dsp:sp modelId="{D0A74D28-2EC0-45AA-A9C0-57D5C8113BF7}">
      <dsp:nvSpPr>
        <dsp:cNvPr id="0" name=""/>
        <dsp:cNvSpPr/>
      </dsp:nvSpPr>
      <dsp:spPr>
        <a:xfrm>
          <a:off x="531258" y="345705"/>
          <a:ext cx="4773773" cy="4773773"/>
        </a:xfrm>
        <a:custGeom>
          <a:avLst/>
          <a:gdLst/>
          <a:ahLst/>
          <a:cxnLst/>
          <a:rect l="0" t="0" r="0" b="0"/>
          <a:pathLst>
            <a:path>
              <a:moveTo>
                <a:pt x="4365328" y="1051598"/>
              </a:moveTo>
              <a:arcTo wR="2386886" hR="2386886" stAng="19559030" swAng="1528893"/>
            </a:path>
          </a:pathLst>
        </a:custGeom>
        <a:noFill/>
        <a:ln w="12700" cap="flat" cmpd="sng" algn="ctr">
          <a:solidFill>
            <a:schemeClr val="dk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7AE0CB80-ECDB-4486-9723-CE26415230F3}">
      <dsp:nvSpPr>
        <dsp:cNvPr id="0" name=""/>
        <dsp:cNvSpPr/>
      </dsp:nvSpPr>
      <dsp:spPr>
        <a:xfrm>
          <a:off x="4776403" y="2388983"/>
          <a:ext cx="1057257" cy="687217"/>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altLang="zh-CN" sz="1100" b="1" kern="1200">
              <a:latin typeface="Calibri" panose="020F0502020204030204" pitchFamily="34" charset="0"/>
              <a:cs typeface="Calibri" panose="020F0502020204030204" pitchFamily="34" charset="0"/>
            </a:rPr>
            <a:t>Free Design Until Approved</a:t>
          </a:r>
        </a:p>
        <a:p>
          <a:pPr marL="0" lvl="0" indent="0" algn="ctr" defTabSz="488950">
            <a:lnSpc>
              <a:spcPct val="90000"/>
            </a:lnSpc>
            <a:spcBef>
              <a:spcPct val="0"/>
            </a:spcBef>
            <a:spcAft>
              <a:spcPct val="35000"/>
            </a:spcAft>
            <a:buNone/>
          </a:pPr>
          <a:r>
            <a:rPr lang="en-US" altLang="zh-CN" sz="1100" b="0" kern="1200">
              <a:latin typeface="Calibri" panose="020F0502020204030204" pitchFamily="34" charset="0"/>
              <a:cs typeface="Calibri" panose="020F0502020204030204" pitchFamily="34" charset="0"/>
            </a:rPr>
            <a:t>Est 1-2 weeks</a:t>
          </a:r>
          <a:endParaRPr lang="zh-CN" altLang="en-US" sz="1100" b="0" kern="1200" dirty="0">
            <a:latin typeface="Calibri" panose="020F0502020204030204" pitchFamily="34" charset="0"/>
            <a:cs typeface="Calibri" panose="020F0502020204030204" pitchFamily="34" charset="0"/>
          </a:endParaRPr>
        </a:p>
      </dsp:txBody>
      <dsp:txXfrm>
        <a:off x="4809950" y="2422530"/>
        <a:ext cx="990163" cy="620123"/>
      </dsp:txXfrm>
    </dsp:sp>
    <dsp:sp modelId="{CAB1DA51-73FB-4266-BA84-584AA911456F}">
      <dsp:nvSpPr>
        <dsp:cNvPr id="0" name=""/>
        <dsp:cNvSpPr/>
      </dsp:nvSpPr>
      <dsp:spPr>
        <a:xfrm>
          <a:off x="531258" y="345705"/>
          <a:ext cx="4773773" cy="4773773"/>
        </a:xfrm>
        <a:custGeom>
          <a:avLst/>
          <a:gdLst/>
          <a:ahLst/>
          <a:cxnLst/>
          <a:rect l="0" t="0" r="0" b="0"/>
          <a:pathLst>
            <a:path>
              <a:moveTo>
                <a:pt x="4747341" y="2741117"/>
              </a:moveTo>
              <a:arcTo wR="2386886" hR="2386886" stAng="512078" swAng="1528893"/>
            </a:path>
          </a:pathLst>
        </a:custGeom>
        <a:noFill/>
        <a:ln w="12700" cap="flat" cmpd="sng" algn="ctr">
          <a:solidFill>
            <a:schemeClr val="dk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E0484D5D-825E-44C7-8EBF-46BAAAAF8425}">
      <dsp:nvSpPr>
        <dsp:cNvPr id="0" name=""/>
        <dsp:cNvSpPr/>
      </dsp:nvSpPr>
      <dsp:spPr>
        <a:xfrm>
          <a:off x="4077300" y="4076767"/>
          <a:ext cx="1057257" cy="687217"/>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altLang="zh-CN" sz="1100" b="1" kern="1200" dirty="0">
              <a:latin typeface="Calibri" panose="020F0502020204030204" pitchFamily="34" charset="0"/>
              <a:cs typeface="Calibri" panose="020F0502020204030204" pitchFamily="34" charset="0"/>
            </a:rPr>
            <a:t>Final Measure</a:t>
          </a:r>
        </a:p>
        <a:p>
          <a:pPr marL="0" lvl="0" indent="0" algn="ctr" defTabSz="488950">
            <a:lnSpc>
              <a:spcPct val="90000"/>
            </a:lnSpc>
            <a:spcBef>
              <a:spcPct val="0"/>
            </a:spcBef>
            <a:spcAft>
              <a:spcPct val="35000"/>
            </a:spcAft>
            <a:buNone/>
          </a:pPr>
          <a:r>
            <a:rPr lang="en-US" altLang="zh-CN" sz="1100" b="0" kern="1200" dirty="0">
              <a:latin typeface="Calibri" panose="020F0502020204030204" pitchFamily="34" charset="0"/>
              <a:cs typeface="Calibri" panose="020F0502020204030204" pitchFamily="34" charset="0"/>
            </a:rPr>
            <a:t>Est 2 Days</a:t>
          </a:r>
          <a:endParaRPr lang="zh-CN" altLang="en-US" sz="1100" b="0" kern="1200" dirty="0">
            <a:latin typeface="Calibri" panose="020F0502020204030204" pitchFamily="34" charset="0"/>
            <a:cs typeface="Calibri" panose="020F0502020204030204" pitchFamily="34" charset="0"/>
          </a:endParaRPr>
        </a:p>
      </dsp:txBody>
      <dsp:txXfrm>
        <a:off x="4110847" y="4110314"/>
        <a:ext cx="990163" cy="620123"/>
      </dsp:txXfrm>
    </dsp:sp>
    <dsp:sp modelId="{4F9DB0A1-EF94-4738-AB47-2405ECB9DC7C}">
      <dsp:nvSpPr>
        <dsp:cNvPr id="0" name=""/>
        <dsp:cNvSpPr/>
      </dsp:nvSpPr>
      <dsp:spPr>
        <a:xfrm>
          <a:off x="531258" y="345705"/>
          <a:ext cx="4773773" cy="4773773"/>
        </a:xfrm>
        <a:custGeom>
          <a:avLst/>
          <a:gdLst/>
          <a:ahLst/>
          <a:cxnLst/>
          <a:rect l="0" t="0" r="0" b="0"/>
          <a:pathLst>
            <a:path>
              <a:moveTo>
                <a:pt x="3633482" y="4422378"/>
              </a:moveTo>
              <a:arcTo wR="2386886" hR="2386886" stAng="3510928" swAng="1110066"/>
            </a:path>
          </a:pathLst>
        </a:custGeom>
        <a:noFill/>
        <a:ln w="12700" cap="flat" cmpd="sng" algn="ctr">
          <a:solidFill>
            <a:schemeClr val="dk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9D80F86-1024-43FB-9B2F-3FC9EC84E594}">
      <dsp:nvSpPr>
        <dsp:cNvPr id="0" name=""/>
        <dsp:cNvSpPr/>
      </dsp:nvSpPr>
      <dsp:spPr>
        <a:xfrm>
          <a:off x="2389516" y="4775870"/>
          <a:ext cx="1057257" cy="687217"/>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altLang="zh-CN" sz="1100" b="1" kern="1200">
              <a:latin typeface="Calibri" panose="020F0502020204030204" pitchFamily="34" charset="0"/>
              <a:cs typeface="Calibri" panose="020F0502020204030204" pitchFamily="34" charset="0"/>
            </a:rPr>
            <a:t>Confirm Details &amp; Sign</a:t>
          </a:r>
        </a:p>
        <a:p>
          <a:pPr marL="0" lvl="0" indent="0" algn="ctr" defTabSz="488950">
            <a:lnSpc>
              <a:spcPct val="90000"/>
            </a:lnSpc>
            <a:spcBef>
              <a:spcPct val="0"/>
            </a:spcBef>
            <a:spcAft>
              <a:spcPct val="35000"/>
            </a:spcAft>
            <a:buNone/>
          </a:pPr>
          <a:r>
            <a:rPr lang="en-US" altLang="zh-CN" sz="1100" b="0" kern="1200">
              <a:latin typeface="Calibri" panose="020F0502020204030204" pitchFamily="34" charset="0"/>
              <a:cs typeface="Calibri" panose="020F0502020204030204" pitchFamily="34" charset="0"/>
            </a:rPr>
            <a:t>Est 2 Days</a:t>
          </a:r>
          <a:endParaRPr lang="zh-CN" altLang="en-US" sz="1100" b="0" kern="1200" dirty="0">
            <a:latin typeface="Calibri" panose="020F0502020204030204" pitchFamily="34" charset="0"/>
            <a:cs typeface="Calibri" panose="020F0502020204030204" pitchFamily="34" charset="0"/>
          </a:endParaRPr>
        </a:p>
      </dsp:txBody>
      <dsp:txXfrm>
        <a:off x="2423063" y="4809417"/>
        <a:ext cx="990163" cy="620123"/>
      </dsp:txXfrm>
    </dsp:sp>
    <dsp:sp modelId="{09EE9A86-0F2F-4089-8D6A-9E28A7B67A95}">
      <dsp:nvSpPr>
        <dsp:cNvPr id="0" name=""/>
        <dsp:cNvSpPr/>
      </dsp:nvSpPr>
      <dsp:spPr>
        <a:xfrm>
          <a:off x="531258" y="345705"/>
          <a:ext cx="4773773" cy="4773773"/>
        </a:xfrm>
        <a:custGeom>
          <a:avLst/>
          <a:gdLst/>
          <a:ahLst/>
          <a:cxnLst/>
          <a:rect l="0" t="0" r="0" b="0"/>
          <a:pathLst>
            <a:path>
              <a:moveTo>
                <a:pt x="1850626" y="4712752"/>
              </a:moveTo>
              <a:arcTo wR="2386886" hR="2386886" stAng="6179006" swAng="1110066"/>
            </a:path>
          </a:pathLst>
        </a:custGeom>
        <a:noFill/>
        <a:ln w="12700" cap="flat" cmpd="sng" algn="ctr">
          <a:solidFill>
            <a:schemeClr val="dk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5E1D6E4-6885-43B5-A1C3-7608E3E981C2}">
      <dsp:nvSpPr>
        <dsp:cNvPr id="0" name=""/>
        <dsp:cNvSpPr/>
      </dsp:nvSpPr>
      <dsp:spPr>
        <a:xfrm>
          <a:off x="701732" y="4076767"/>
          <a:ext cx="1057257" cy="687217"/>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altLang="zh-CN" sz="1100" b="1" kern="1200">
              <a:latin typeface="Calibri" panose="020F0502020204030204" pitchFamily="34" charset="0"/>
              <a:cs typeface="Calibri" panose="020F0502020204030204" pitchFamily="34" charset="0"/>
            </a:rPr>
            <a:t>Production</a:t>
          </a:r>
        </a:p>
        <a:p>
          <a:pPr marL="0" lvl="0" indent="0" algn="ctr" defTabSz="488950">
            <a:lnSpc>
              <a:spcPct val="90000"/>
            </a:lnSpc>
            <a:spcBef>
              <a:spcPct val="0"/>
            </a:spcBef>
            <a:spcAft>
              <a:spcPct val="35000"/>
            </a:spcAft>
            <a:buNone/>
          </a:pPr>
          <a:r>
            <a:rPr lang="en-US" altLang="zh-CN" sz="1100" b="0" kern="1200">
              <a:latin typeface="Calibri" panose="020F0502020204030204" pitchFamily="34" charset="0"/>
              <a:cs typeface="Calibri" panose="020F0502020204030204" pitchFamily="34" charset="0"/>
            </a:rPr>
            <a:t>Est 4-6 Weeks</a:t>
          </a:r>
          <a:endParaRPr lang="en-US" altLang="zh-CN" sz="1100" b="0" kern="1200" dirty="0">
            <a:latin typeface="Calibri" panose="020F0502020204030204" pitchFamily="34" charset="0"/>
            <a:cs typeface="Calibri" panose="020F0502020204030204" pitchFamily="34" charset="0"/>
          </a:endParaRPr>
        </a:p>
      </dsp:txBody>
      <dsp:txXfrm>
        <a:off x="735279" y="4110314"/>
        <a:ext cx="990163" cy="620123"/>
      </dsp:txXfrm>
    </dsp:sp>
    <dsp:sp modelId="{11C971E1-C313-4DD5-94D9-DAAED359B949}">
      <dsp:nvSpPr>
        <dsp:cNvPr id="0" name=""/>
        <dsp:cNvSpPr/>
      </dsp:nvSpPr>
      <dsp:spPr>
        <a:xfrm>
          <a:off x="531258" y="345705"/>
          <a:ext cx="4773773" cy="4773773"/>
        </a:xfrm>
        <a:custGeom>
          <a:avLst/>
          <a:gdLst/>
          <a:ahLst/>
          <a:cxnLst/>
          <a:rect l="0" t="0" r="0" b="0"/>
          <a:pathLst>
            <a:path>
              <a:moveTo>
                <a:pt x="408444" y="3722175"/>
              </a:moveTo>
              <a:arcTo wR="2386886" hR="2386886" stAng="8759030" swAng="1528893"/>
            </a:path>
          </a:pathLst>
        </a:custGeom>
        <a:noFill/>
        <a:ln w="12700" cap="flat" cmpd="sng" algn="ctr">
          <a:solidFill>
            <a:schemeClr val="dk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9B6DA6B-8C5D-43F0-8036-7017C9ECB217}">
      <dsp:nvSpPr>
        <dsp:cNvPr id="0" name=""/>
        <dsp:cNvSpPr/>
      </dsp:nvSpPr>
      <dsp:spPr>
        <a:xfrm>
          <a:off x="2629" y="2388983"/>
          <a:ext cx="1057257" cy="687217"/>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altLang="zh-CN" sz="1100" b="1" kern="1200">
              <a:latin typeface="Calibri" panose="020F0502020204030204" pitchFamily="34" charset="0"/>
              <a:cs typeface="Calibri" panose="020F0502020204030204" pitchFamily="34" charset="0"/>
            </a:rPr>
            <a:t>Transport</a:t>
          </a:r>
        </a:p>
        <a:p>
          <a:pPr marL="0" lvl="0" indent="0" algn="ctr" defTabSz="488950">
            <a:lnSpc>
              <a:spcPct val="90000"/>
            </a:lnSpc>
            <a:spcBef>
              <a:spcPct val="0"/>
            </a:spcBef>
            <a:spcAft>
              <a:spcPct val="35000"/>
            </a:spcAft>
            <a:buNone/>
          </a:pPr>
          <a:r>
            <a:rPr lang="en-US" altLang="zh-CN" sz="1100" b="0" kern="1200">
              <a:latin typeface="Calibri" panose="020F0502020204030204" pitchFamily="34" charset="0"/>
              <a:cs typeface="Calibri" panose="020F0502020204030204" pitchFamily="34" charset="0"/>
            </a:rPr>
            <a:t>Est 2-3 weeks</a:t>
          </a:r>
          <a:endParaRPr lang="en-US" altLang="zh-CN" sz="1100" b="0" kern="1200" dirty="0">
            <a:latin typeface="Calibri" panose="020F0502020204030204" pitchFamily="34" charset="0"/>
            <a:cs typeface="Calibri" panose="020F0502020204030204" pitchFamily="34" charset="0"/>
          </a:endParaRPr>
        </a:p>
      </dsp:txBody>
      <dsp:txXfrm>
        <a:off x="36176" y="2422530"/>
        <a:ext cx="990163" cy="620123"/>
      </dsp:txXfrm>
    </dsp:sp>
    <dsp:sp modelId="{D4DFC4EB-9244-4AE8-BB13-C75745715A81}">
      <dsp:nvSpPr>
        <dsp:cNvPr id="0" name=""/>
        <dsp:cNvSpPr/>
      </dsp:nvSpPr>
      <dsp:spPr>
        <a:xfrm>
          <a:off x="531258" y="345705"/>
          <a:ext cx="4773773" cy="4773773"/>
        </a:xfrm>
        <a:custGeom>
          <a:avLst/>
          <a:gdLst/>
          <a:ahLst/>
          <a:cxnLst/>
          <a:rect l="0" t="0" r="0" b="0"/>
          <a:pathLst>
            <a:path>
              <a:moveTo>
                <a:pt x="26431" y="2032655"/>
              </a:moveTo>
              <a:arcTo wR="2386886" hR="2386886" stAng="11312078" swAng="1528893"/>
            </a:path>
          </a:pathLst>
        </a:custGeom>
        <a:noFill/>
        <a:ln w="12700" cap="flat" cmpd="sng" algn="ctr">
          <a:solidFill>
            <a:schemeClr val="dk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395EC50-8802-4486-ADCF-6ACB147BDD4A}">
      <dsp:nvSpPr>
        <dsp:cNvPr id="0" name=""/>
        <dsp:cNvSpPr/>
      </dsp:nvSpPr>
      <dsp:spPr>
        <a:xfrm>
          <a:off x="701732" y="701200"/>
          <a:ext cx="1057257" cy="687217"/>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altLang="zh-CN" sz="1100" b="1" kern="1200">
              <a:latin typeface="Calibri" panose="020F0502020204030204" pitchFamily="34" charset="0"/>
              <a:cs typeface="Calibri" panose="020F0502020204030204" pitchFamily="34" charset="0"/>
            </a:rPr>
            <a:t>Install</a:t>
          </a:r>
        </a:p>
        <a:p>
          <a:pPr marL="0" lvl="0" indent="0" algn="ctr" defTabSz="488950">
            <a:lnSpc>
              <a:spcPct val="90000"/>
            </a:lnSpc>
            <a:spcBef>
              <a:spcPct val="0"/>
            </a:spcBef>
            <a:spcAft>
              <a:spcPct val="35000"/>
            </a:spcAft>
            <a:buNone/>
          </a:pPr>
          <a:r>
            <a:rPr lang="en-US" altLang="zh-CN" sz="1100" b="0" kern="1200">
              <a:latin typeface="Calibri" panose="020F0502020204030204" pitchFamily="34" charset="0"/>
              <a:cs typeface="Calibri" panose="020F0502020204030204" pitchFamily="34" charset="0"/>
            </a:rPr>
            <a:t>Est 1week</a:t>
          </a:r>
          <a:endParaRPr lang="zh-CN" altLang="en-US" sz="1100" b="0" kern="1200" dirty="0">
            <a:latin typeface="Calibri" panose="020F0502020204030204" pitchFamily="34" charset="0"/>
            <a:cs typeface="Calibri" panose="020F0502020204030204" pitchFamily="34" charset="0"/>
          </a:endParaRPr>
        </a:p>
      </dsp:txBody>
      <dsp:txXfrm>
        <a:off x="735279" y="734747"/>
        <a:ext cx="990163" cy="620123"/>
      </dsp:txXfrm>
    </dsp:sp>
    <dsp:sp modelId="{B7A52EDD-B7C6-476B-8B22-48C35707A28B}">
      <dsp:nvSpPr>
        <dsp:cNvPr id="0" name=""/>
        <dsp:cNvSpPr/>
      </dsp:nvSpPr>
      <dsp:spPr>
        <a:xfrm>
          <a:off x="531258" y="345705"/>
          <a:ext cx="4773773" cy="4773773"/>
        </a:xfrm>
        <a:custGeom>
          <a:avLst/>
          <a:gdLst/>
          <a:ahLst/>
          <a:cxnLst/>
          <a:rect l="0" t="0" r="0" b="0"/>
          <a:pathLst>
            <a:path>
              <a:moveTo>
                <a:pt x="1140291" y="351394"/>
              </a:moveTo>
              <a:arcTo wR="2386886" hR="2386886" stAng="14310928" swAng="1110066"/>
            </a:path>
          </a:pathLst>
        </a:custGeom>
        <a:noFill/>
        <a:ln w="12700" cap="flat" cmpd="sng" algn="ctr">
          <a:solidFill>
            <a:schemeClr val="dk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1BD243-AD62-420C-9A18-725E3674A5D4}" type="datetimeFigureOut">
              <a:rPr lang="zh-CN" altLang="en-US" smtClean="0"/>
              <a:t>2024/12/31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68C2EF-4A7F-4DD2-8CFF-B77F29EB7D20}" type="slidenum">
              <a:rPr lang="zh-CN" altLang="en-US" smtClean="0"/>
              <a:t>‹#›</a:t>
            </a:fld>
            <a:endParaRPr lang="zh-CN" altLang="en-US"/>
          </a:p>
        </p:txBody>
      </p:sp>
    </p:spTree>
    <p:extLst>
      <p:ext uri="{BB962C8B-B14F-4D97-AF65-F5344CB8AC3E}">
        <p14:creationId xmlns:p14="http://schemas.microsoft.com/office/powerpoint/2010/main" val="1867646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468C2EF-4A7F-4DD2-8CFF-B77F29EB7D20}" type="slidenum">
              <a:rPr lang="zh-CN" altLang="en-US" smtClean="0"/>
              <a:t>1</a:t>
            </a:fld>
            <a:endParaRPr lang="zh-CN" altLang="en-US"/>
          </a:p>
        </p:txBody>
      </p:sp>
    </p:spTree>
    <p:extLst>
      <p:ext uri="{BB962C8B-B14F-4D97-AF65-F5344CB8AC3E}">
        <p14:creationId xmlns:p14="http://schemas.microsoft.com/office/powerpoint/2010/main" val="33768405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8DBF28-0B64-86E7-E4D8-56E7FE2C9F3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9B6C1C1-0615-6F75-0547-4B51C151A4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2654B9A-39EF-690B-E91D-96B7E45EBFAD}"/>
              </a:ext>
            </a:extLst>
          </p:cNvPr>
          <p:cNvSpPr>
            <a:spLocks noGrp="1"/>
          </p:cNvSpPr>
          <p:nvPr>
            <p:ph type="dt" sz="half" idx="10"/>
          </p:nvPr>
        </p:nvSpPr>
        <p:spPr/>
        <p:txBody>
          <a:bodyPr/>
          <a:lstStyle/>
          <a:p>
            <a:fld id="{F219F1D1-FC0F-4525-8321-BB3DFE6BA94F}" type="datetimeFigureOut">
              <a:rPr lang="zh-CN" altLang="en-US" smtClean="0"/>
              <a:t>2024/12/31</a:t>
            </a:fld>
            <a:endParaRPr lang="zh-CN" altLang="en-US"/>
          </a:p>
        </p:txBody>
      </p:sp>
      <p:sp>
        <p:nvSpPr>
          <p:cNvPr id="5" name="页脚占位符 4">
            <a:extLst>
              <a:ext uri="{FF2B5EF4-FFF2-40B4-BE49-F238E27FC236}">
                <a16:creationId xmlns:a16="http://schemas.microsoft.com/office/drawing/2014/main" id="{D9740142-6D6F-F269-F5BB-9767A1C1474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BE467D-5943-560D-F60D-D15BC868C2C2}"/>
              </a:ext>
            </a:extLst>
          </p:cNvPr>
          <p:cNvSpPr>
            <a:spLocks noGrp="1"/>
          </p:cNvSpPr>
          <p:nvPr>
            <p:ph type="sldNum" sz="quarter" idx="12"/>
          </p:nvPr>
        </p:nvSpPr>
        <p:spPr/>
        <p:txBody>
          <a:bodyPr/>
          <a:lstStyle/>
          <a:p>
            <a:fld id="{2ADC0C4E-1E4E-4874-9CAA-C4F857617503}" type="slidenum">
              <a:rPr lang="zh-CN" altLang="en-US" smtClean="0"/>
              <a:t>‹#›</a:t>
            </a:fld>
            <a:endParaRPr lang="zh-CN" altLang="en-US"/>
          </a:p>
        </p:txBody>
      </p:sp>
    </p:spTree>
    <p:extLst>
      <p:ext uri="{BB962C8B-B14F-4D97-AF65-F5344CB8AC3E}">
        <p14:creationId xmlns:p14="http://schemas.microsoft.com/office/powerpoint/2010/main" val="1746430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9D2247-8BBA-506C-B636-DF173C855BE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1D55209-7800-7992-7D5D-A1EB3949B26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4CF9EB8-BD05-3C89-06C3-228B21345877}"/>
              </a:ext>
            </a:extLst>
          </p:cNvPr>
          <p:cNvSpPr>
            <a:spLocks noGrp="1"/>
          </p:cNvSpPr>
          <p:nvPr>
            <p:ph type="dt" sz="half" idx="10"/>
          </p:nvPr>
        </p:nvSpPr>
        <p:spPr/>
        <p:txBody>
          <a:bodyPr/>
          <a:lstStyle/>
          <a:p>
            <a:fld id="{F219F1D1-FC0F-4525-8321-BB3DFE6BA94F}" type="datetimeFigureOut">
              <a:rPr lang="zh-CN" altLang="en-US" smtClean="0"/>
              <a:t>2024/12/31</a:t>
            </a:fld>
            <a:endParaRPr lang="zh-CN" altLang="en-US"/>
          </a:p>
        </p:txBody>
      </p:sp>
      <p:sp>
        <p:nvSpPr>
          <p:cNvPr id="5" name="页脚占位符 4">
            <a:extLst>
              <a:ext uri="{FF2B5EF4-FFF2-40B4-BE49-F238E27FC236}">
                <a16:creationId xmlns:a16="http://schemas.microsoft.com/office/drawing/2014/main" id="{71DB22FE-8EE3-E502-D0DB-9296357E37B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74DD3E4-7404-EFF1-6C88-2136C0850A90}"/>
              </a:ext>
            </a:extLst>
          </p:cNvPr>
          <p:cNvSpPr>
            <a:spLocks noGrp="1"/>
          </p:cNvSpPr>
          <p:nvPr>
            <p:ph type="sldNum" sz="quarter" idx="12"/>
          </p:nvPr>
        </p:nvSpPr>
        <p:spPr/>
        <p:txBody>
          <a:bodyPr/>
          <a:lstStyle/>
          <a:p>
            <a:fld id="{2ADC0C4E-1E4E-4874-9CAA-C4F857617503}" type="slidenum">
              <a:rPr lang="zh-CN" altLang="en-US" smtClean="0"/>
              <a:t>‹#›</a:t>
            </a:fld>
            <a:endParaRPr lang="zh-CN" altLang="en-US"/>
          </a:p>
        </p:txBody>
      </p:sp>
    </p:spTree>
    <p:extLst>
      <p:ext uri="{BB962C8B-B14F-4D97-AF65-F5344CB8AC3E}">
        <p14:creationId xmlns:p14="http://schemas.microsoft.com/office/powerpoint/2010/main" val="1127751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AA2AEA-278F-B1C8-BC09-B316033FDF1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F66C69C-F9AE-4A15-A07A-1B1AE203A2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379E999-8938-5418-D6D2-2E0AB6A83218}"/>
              </a:ext>
            </a:extLst>
          </p:cNvPr>
          <p:cNvSpPr>
            <a:spLocks noGrp="1"/>
          </p:cNvSpPr>
          <p:nvPr>
            <p:ph type="dt" sz="half" idx="10"/>
          </p:nvPr>
        </p:nvSpPr>
        <p:spPr/>
        <p:txBody>
          <a:bodyPr/>
          <a:lstStyle/>
          <a:p>
            <a:fld id="{F219F1D1-FC0F-4525-8321-BB3DFE6BA94F}" type="datetimeFigureOut">
              <a:rPr lang="zh-CN" altLang="en-US" smtClean="0"/>
              <a:t>2024/12/31</a:t>
            </a:fld>
            <a:endParaRPr lang="zh-CN" altLang="en-US"/>
          </a:p>
        </p:txBody>
      </p:sp>
      <p:sp>
        <p:nvSpPr>
          <p:cNvPr id="5" name="页脚占位符 4">
            <a:extLst>
              <a:ext uri="{FF2B5EF4-FFF2-40B4-BE49-F238E27FC236}">
                <a16:creationId xmlns:a16="http://schemas.microsoft.com/office/drawing/2014/main" id="{753B42CD-0B16-CE5A-3839-D04B6FE62C0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2141B0E-8E10-6B6E-5DA2-E708DA271463}"/>
              </a:ext>
            </a:extLst>
          </p:cNvPr>
          <p:cNvSpPr>
            <a:spLocks noGrp="1"/>
          </p:cNvSpPr>
          <p:nvPr>
            <p:ph type="sldNum" sz="quarter" idx="12"/>
          </p:nvPr>
        </p:nvSpPr>
        <p:spPr/>
        <p:txBody>
          <a:bodyPr/>
          <a:lstStyle/>
          <a:p>
            <a:fld id="{2ADC0C4E-1E4E-4874-9CAA-C4F857617503}" type="slidenum">
              <a:rPr lang="zh-CN" altLang="en-US" smtClean="0"/>
              <a:t>‹#›</a:t>
            </a:fld>
            <a:endParaRPr lang="zh-CN" altLang="en-US"/>
          </a:p>
        </p:txBody>
      </p:sp>
    </p:spTree>
    <p:extLst>
      <p:ext uri="{BB962C8B-B14F-4D97-AF65-F5344CB8AC3E}">
        <p14:creationId xmlns:p14="http://schemas.microsoft.com/office/powerpoint/2010/main" val="3672161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D318D3-1F28-B716-C1BF-38CBD31358D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233527E-36E5-9AA9-7D60-E16DFB4652F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1A91A0F-DCFE-F46C-B34F-38CB0F1D73C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38E8E07-675D-58F6-3667-479B36F3B9C3}"/>
              </a:ext>
            </a:extLst>
          </p:cNvPr>
          <p:cNvSpPr>
            <a:spLocks noGrp="1"/>
          </p:cNvSpPr>
          <p:nvPr>
            <p:ph type="dt" sz="half" idx="10"/>
          </p:nvPr>
        </p:nvSpPr>
        <p:spPr/>
        <p:txBody>
          <a:bodyPr/>
          <a:lstStyle/>
          <a:p>
            <a:fld id="{F219F1D1-FC0F-4525-8321-BB3DFE6BA94F}" type="datetimeFigureOut">
              <a:rPr lang="zh-CN" altLang="en-US" smtClean="0"/>
              <a:t>2024/12/31</a:t>
            </a:fld>
            <a:endParaRPr lang="zh-CN" altLang="en-US"/>
          </a:p>
        </p:txBody>
      </p:sp>
      <p:sp>
        <p:nvSpPr>
          <p:cNvPr id="6" name="页脚占位符 5">
            <a:extLst>
              <a:ext uri="{FF2B5EF4-FFF2-40B4-BE49-F238E27FC236}">
                <a16:creationId xmlns:a16="http://schemas.microsoft.com/office/drawing/2014/main" id="{631F606A-0416-CF4C-39F7-65D90816E72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2EC8B18-59AA-3723-2DC4-E163B10DF658}"/>
              </a:ext>
            </a:extLst>
          </p:cNvPr>
          <p:cNvSpPr>
            <a:spLocks noGrp="1"/>
          </p:cNvSpPr>
          <p:nvPr>
            <p:ph type="sldNum" sz="quarter" idx="12"/>
          </p:nvPr>
        </p:nvSpPr>
        <p:spPr/>
        <p:txBody>
          <a:bodyPr/>
          <a:lstStyle/>
          <a:p>
            <a:fld id="{2ADC0C4E-1E4E-4874-9CAA-C4F857617503}" type="slidenum">
              <a:rPr lang="zh-CN" altLang="en-US" smtClean="0"/>
              <a:t>‹#›</a:t>
            </a:fld>
            <a:endParaRPr lang="zh-CN" altLang="en-US"/>
          </a:p>
        </p:txBody>
      </p:sp>
    </p:spTree>
    <p:extLst>
      <p:ext uri="{BB962C8B-B14F-4D97-AF65-F5344CB8AC3E}">
        <p14:creationId xmlns:p14="http://schemas.microsoft.com/office/powerpoint/2010/main" val="2804113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364E19-13A5-3350-E707-2DD6254106E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C2DC271-2F57-88CA-1C81-090783AE3E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A11B701-BE9C-B55D-F956-607C308218B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E716E05-3E74-6708-3A5A-0D215A8FE5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CB10A17-793C-E436-5A93-E6BD161BD27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62E2435-4764-C497-A80A-2C4BE2004A21}"/>
              </a:ext>
            </a:extLst>
          </p:cNvPr>
          <p:cNvSpPr>
            <a:spLocks noGrp="1"/>
          </p:cNvSpPr>
          <p:nvPr>
            <p:ph type="dt" sz="half" idx="10"/>
          </p:nvPr>
        </p:nvSpPr>
        <p:spPr/>
        <p:txBody>
          <a:bodyPr/>
          <a:lstStyle/>
          <a:p>
            <a:fld id="{F219F1D1-FC0F-4525-8321-BB3DFE6BA94F}" type="datetimeFigureOut">
              <a:rPr lang="zh-CN" altLang="en-US" smtClean="0"/>
              <a:t>2024/12/31</a:t>
            </a:fld>
            <a:endParaRPr lang="zh-CN" altLang="en-US"/>
          </a:p>
        </p:txBody>
      </p:sp>
      <p:sp>
        <p:nvSpPr>
          <p:cNvPr id="8" name="页脚占位符 7">
            <a:extLst>
              <a:ext uri="{FF2B5EF4-FFF2-40B4-BE49-F238E27FC236}">
                <a16:creationId xmlns:a16="http://schemas.microsoft.com/office/drawing/2014/main" id="{4AA77E44-3C9C-32E6-E75E-FEB12F96B00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3E9B00B-7ECB-EC84-9E64-4B77A7EA6C69}"/>
              </a:ext>
            </a:extLst>
          </p:cNvPr>
          <p:cNvSpPr>
            <a:spLocks noGrp="1"/>
          </p:cNvSpPr>
          <p:nvPr>
            <p:ph type="sldNum" sz="quarter" idx="12"/>
          </p:nvPr>
        </p:nvSpPr>
        <p:spPr/>
        <p:txBody>
          <a:bodyPr/>
          <a:lstStyle/>
          <a:p>
            <a:fld id="{2ADC0C4E-1E4E-4874-9CAA-C4F857617503}" type="slidenum">
              <a:rPr lang="zh-CN" altLang="en-US" smtClean="0"/>
              <a:t>‹#›</a:t>
            </a:fld>
            <a:endParaRPr lang="zh-CN" altLang="en-US"/>
          </a:p>
        </p:txBody>
      </p:sp>
    </p:spTree>
    <p:extLst>
      <p:ext uri="{BB962C8B-B14F-4D97-AF65-F5344CB8AC3E}">
        <p14:creationId xmlns:p14="http://schemas.microsoft.com/office/powerpoint/2010/main" val="3561684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0C26E1-CDD0-70FF-26D1-CB160832624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483C3A7-92BA-0BAB-EB15-FBC4F372FDD4}"/>
              </a:ext>
            </a:extLst>
          </p:cNvPr>
          <p:cNvSpPr>
            <a:spLocks noGrp="1"/>
          </p:cNvSpPr>
          <p:nvPr>
            <p:ph type="dt" sz="half" idx="10"/>
          </p:nvPr>
        </p:nvSpPr>
        <p:spPr/>
        <p:txBody>
          <a:bodyPr/>
          <a:lstStyle/>
          <a:p>
            <a:fld id="{F219F1D1-FC0F-4525-8321-BB3DFE6BA94F}" type="datetimeFigureOut">
              <a:rPr lang="zh-CN" altLang="en-US" smtClean="0"/>
              <a:t>2024/12/31</a:t>
            </a:fld>
            <a:endParaRPr lang="zh-CN" altLang="en-US"/>
          </a:p>
        </p:txBody>
      </p:sp>
      <p:sp>
        <p:nvSpPr>
          <p:cNvPr id="4" name="页脚占位符 3">
            <a:extLst>
              <a:ext uri="{FF2B5EF4-FFF2-40B4-BE49-F238E27FC236}">
                <a16:creationId xmlns:a16="http://schemas.microsoft.com/office/drawing/2014/main" id="{F056F786-1E73-E739-8456-D8679027F3E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D5F30D2-58BE-9C01-DACC-D7E45AD9DAD5}"/>
              </a:ext>
            </a:extLst>
          </p:cNvPr>
          <p:cNvSpPr>
            <a:spLocks noGrp="1"/>
          </p:cNvSpPr>
          <p:nvPr>
            <p:ph type="sldNum" sz="quarter" idx="12"/>
          </p:nvPr>
        </p:nvSpPr>
        <p:spPr/>
        <p:txBody>
          <a:bodyPr/>
          <a:lstStyle/>
          <a:p>
            <a:fld id="{2ADC0C4E-1E4E-4874-9CAA-C4F857617503}" type="slidenum">
              <a:rPr lang="zh-CN" altLang="en-US" smtClean="0"/>
              <a:t>‹#›</a:t>
            </a:fld>
            <a:endParaRPr lang="zh-CN" altLang="en-US"/>
          </a:p>
        </p:txBody>
      </p:sp>
    </p:spTree>
    <p:extLst>
      <p:ext uri="{BB962C8B-B14F-4D97-AF65-F5344CB8AC3E}">
        <p14:creationId xmlns:p14="http://schemas.microsoft.com/office/powerpoint/2010/main" val="858774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02A3834-EE2E-190D-1D23-90B90BC7BFC3}"/>
              </a:ext>
            </a:extLst>
          </p:cNvPr>
          <p:cNvSpPr>
            <a:spLocks noGrp="1"/>
          </p:cNvSpPr>
          <p:nvPr>
            <p:ph type="dt" sz="half" idx="10"/>
          </p:nvPr>
        </p:nvSpPr>
        <p:spPr/>
        <p:txBody>
          <a:bodyPr/>
          <a:lstStyle/>
          <a:p>
            <a:fld id="{F219F1D1-FC0F-4525-8321-BB3DFE6BA94F}" type="datetimeFigureOut">
              <a:rPr lang="zh-CN" altLang="en-US" smtClean="0"/>
              <a:t>2024/12/31</a:t>
            </a:fld>
            <a:endParaRPr lang="zh-CN" altLang="en-US"/>
          </a:p>
        </p:txBody>
      </p:sp>
      <p:sp>
        <p:nvSpPr>
          <p:cNvPr id="3" name="页脚占位符 2">
            <a:extLst>
              <a:ext uri="{FF2B5EF4-FFF2-40B4-BE49-F238E27FC236}">
                <a16:creationId xmlns:a16="http://schemas.microsoft.com/office/drawing/2014/main" id="{073CFB3A-5356-F390-B8FE-3844F32FAFF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528E5A6-F312-E4C5-20B1-1C77EC44A3CA}"/>
              </a:ext>
            </a:extLst>
          </p:cNvPr>
          <p:cNvSpPr>
            <a:spLocks noGrp="1"/>
          </p:cNvSpPr>
          <p:nvPr>
            <p:ph type="sldNum" sz="quarter" idx="12"/>
          </p:nvPr>
        </p:nvSpPr>
        <p:spPr/>
        <p:txBody>
          <a:bodyPr/>
          <a:lstStyle/>
          <a:p>
            <a:fld id="{2ADC0C4E-1E4E-4874-9CAA-C4F857617503}" type="slidenum">
              <a:rPr lang="zh-CN" altLang="en-US" smtClean="0"/>
              <a:t>‹#›</a:t>
            </a:fld>
            <a:endParaRPr lang="zh-CN" altLang="en-US"/>
          </a:p>
        </p:txBody>
      </p:sp>
    </p:spTree>
    <p:extLst>
      <p:ext uri="{BB962C8B-B14F-4D97-AF65-F5344CB8AC3E}">
        <p14:creationId xmlns:p14="http://schemas.microsoft.com/office/powerpoint/2010/main" val="3393880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CFD6D1-3D3E-5D72-4C65-AE67BFEB856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05D54E4-485C-8512-034F-70EC77C06D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A943765-7369-F57C-07DD-A968417EA4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829972D-7DDC-AAC7-C547-DE8364C62A7F}"/>
              </a:ext>
            </a:extLst>
          </p:cNvPr>
          <p:cNvSpPr>
            <a:spLocks noGrp="1"/>
          </p:cNvSpPr>
          <p:nvPr>
            <p:ph type="dt" sz="half" idx="10"/>
          </p:nvPr>
        </p:nvSpPr>
        <p:spPr/>
        <p:txBody>
          <a:bodyPr/>
          <a:lstStyle/>
          <a:p>
            <a:fld id="{F219F1D1-FC0F-4525-8321-BB3DFE6BA94F}" type="datetimeFigureOut">
              <a:rPr lang="zh-CN" altLang="en-US" smtClean="0"/>
              <a:t>2024/12/31</a:t>
            </a:fld>
            <a:endParaRPr lang="zh-CN" altLang="en-US"/>
          </a:p>
        </p:txBody>
      </p:sp>
      <p:sp>
        <p:nvSpPr>
          <p:cNvPr id="6" name="页脚占位符 5">
            <a:extLst>
              <a:ext uri="{FF2B5EF4-FFF2-40B4-BE49-F238E27FC236}">
                <a16:creationId xmlns:a16="http://schemas.microsoft.com/office/drawing/2014/main" id="{E31948F9-3D0C-F5A7-7AF2-299DE83ACC0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A8E3B23-E79B-A7A2-D4A5-F53E725CB3F0}"/>
              </a:ext>
            </a:extLst>
          </p:cNvPr>
          <p:cNvSpPr>
            <a:spLocks noGrp="1"/>
          </p:cNvSpPr>
          <p:nvPr>
            <p:ph type="sldNum" sz="quarter" idx="12"/>
          </p:nvPr>
        </p:nvSpPr>
        <p:spPr/>
        <p:txBody>
          <a:bodyPr/>
          <a:lstStyle/>
          <a:p>
            <a:fld id="{2ADC0C4E-1E4E-4874-9CAA-C4F857617503}" type="slidenum">
              <a:rPr lang="zh-CN" altLang="en-US" smtClean="0"/>
              <a:t>‹#›</a:t>
            </a:fld>
            <a:endParaRPr lang="zh-CN" altLang="en-US"/>
          </a:p>
        </p:txBody>
      </p:sp>
    </p:spTree>
    <p:extLst>
      <p:ext uri="{BB962C8B-B14F-4D97-AF65-F5344CB8AC3E}">
        <p14:creationId xmlns:p14="http://schemas.microsoft.com/office/powerpoint/2010/main" val="951550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9655D5-2412-51F5-95CE-D0968E7B178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B2A4D75-765E-6C0D-1D10-E16DCEABA7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1EC7E18-F052-6036-D4B9-B6312288EC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A42A10F-A985-F94A-0792-3B2AC711C4FD}"/>
              </a:ext>
            </a:extLst>
          </p:cNvPr>
          <p:cNvSpPr>
            <a:spLocks noGrp="1"/>
          </p:cNvSpPr>
          <p:nvPr>
            <p:ph type="dt" sz="half" idx="10"/>
          </p:nvPr>
        </p:nvSpPr>
        <p:spPr/>
        <p:txBody>
          <a:bodyPr/>
          <a:lstStyle/>
          <a:p>
            <a:fld id="{F219F1D1-FC0F-4525-8321-BB3DFE6BA94F}" type="datetimeFigureOut">
              <a:rPr lang="zh-CN" altLang="en-US" smtClean="0"/>
              <a:t>2024/12/31</a:t>
            </a:fld>
            <a:endParaRPr lang="zh-CN" altLang="en-US"/>
          </a:p>
        </p:txBody>
      </p:sp>
      <p:sp>
        <p:nvSpPr>
          <p:cNvPr id="6" name="页脚占位符 5">
            <a:extLst>
              <a:ext uri="{FF2B5EF4-FFF2-40B4-BE49-F238E27FC236}">
                <a16:creationId xmlns:a16="http://schemas.microsoft.com/office/drawing/2014/main" id="{37CED915-029B-90C7-11DE-36B935CC93D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D6CEB90-F995-F5F1-4114-4E9582E3064D}"/>
              </a:ext>
            </a:extLst>
          </p:cNvPr>
          <p:cNvSpPr>
            <a:spLocks noGrp="1"/>
          </p:cNvSpPr>
          <p:nvPr>
            <p:ph type="sldNum" sz="quarter" idx="12"/>
          </p:nvPr>
        </p:nvSpPr>
        <p:spPr/>
        <p:txBody>
          <a:bodyPr/>
          <a:lstStyle/>
          <a:p>
            <a:fld id="{2ADC0C4E-1E4E-4874-9CAA-C4F857617503}" type="slidenum">
              <a:rPr lang="zh-CN" altLang="en-US" smtClean="0"/>
              <a:t>‹#›</a:t>
            </a:fld>
            <a:endParaRPr lang="zh-CN" altLang="en-US"/>
          </a:p>
        </p:txBody>
      </p:sp>
    </p:spTree>
    <p:extLst>
      <p:ext uri="{BB962C8B-B14F-4D97-AF65-F5344CB8AC3E}">
        <p14:creationId xmlns:p14="http://schemas.microsoft.com/office/powerpoint/2010/main" val="3310673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EF63BC-A212-0D20-6AED-22D1C25ACAF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B95A5FD-E4E7-A388-C6AB-365A09133D9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884131F-86F0-CBE7-8EF7-38C19E2A5745}"/>
              </a:ext>
            </a:extLst>
          </p:cNvPr>
          <p:cNvSpPr>
            <a:spLocks noGrp="1"/>
          </p:cNvSpPr>
          <p:nvPr>
            <p:ph type="dt" sz="half" idx="10"/>
          </p:nvPr>
        </p:nvSpPr>
        <p:spPr/>
        <p:txBody>
          <a:bodyPr/>
          <a:lstStyle/>
          <a:p>
            <a:fld id="{F219F1D1-FC0F-4525-8321-BB3DFE6BA94F}" type="datetimeFigureOut">
              <a:rPr lang="zh-CN" altLang="en-US" smtClean="0"/>
              <a:t>2024/12/31</a:t>
            </a:fld>
            <a:endParaRPr lang="zh-CN" altLang="en-US"/>
          </a:p>
        </p:txBody>
      </p:sp>
      <p:sp>
        <p:nvSpPr>
          <p:cNvPr id="5" name="页脚占位符 4">
            <a:extLst>
              <a:ext uri="{FF2B5EF4-FFF2-40B4-BE49-F238E27FC236}">
                <a16:creationId xmlns:a16="http://schemas.microsoft.com/office/drawing/2014/main" id="{03A0A97B-2A02-F314-DC71-16EF0F8BFFC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5E075EE-C504-1CF4-B1F2-B4B6E13A74A8}"/>
              </a:ext>
            </a:extLst>
          </p:cNvPr>
          <p:cNvSpPr>
            <a:spLocks noGrp="1"/>
          </p:cNvSpPr>
          <p:nvPr>
            <p:ph type="sldNum" sz="quarter" idx="12"/>
          </p:nvPr>
        </p:nvSpPr>
        <p:spPr/>
        <p:txBody>
          <a:bodyPr/>
          <a:lstStyle/>
          <a:p>
            <a:fld id="{2ADC0C4E-1E4E-4874-9CAA-C4F857617503}" type="slidenum">
              <a:rPr lang="zh-CN" altLang="en-US" smtClean="0"/>
              <a:t>‹#›</a:t>
            </a:fld>
            <a:endParaRPr lang="zh-CN" altLang="en-US"/>
          </a:p>
        </p:txBody>
      </p:sp>
    </p:spTree>
    <p:extLst>
      <p:ext uri="{BB962C8B-B14F-4D97-AF65-F5344CB8AC3E}">
        <p14:creationId xmlns:p14="http://schemas.microsoft.com/office/powerpoint/2010/main" val="3378500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03A5230-158C-DF4F-2DE1-8985D170725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0846660-83A4-17A7-C142-72232E21ABD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D43007F-FF75-2FFF-B4E1-E7CE9C7812F2}"/>
              </a:ext>
            </a:extLst>
          </p:cNvPr>
          <p:cNvSpPr>
            <a:spLocks noGrp="1"/>
          </p:cNvSpPr>
          <p:nvPr>
            <p:ph type="dt" sz="half" idx="10"/>
          </p:nvPr>
        </p:nvSpPr>
        <p:spPr/>
        <p:txBody>
          <a:bodyPr/>
          <a:lstStyle/>
          <a:p>
            <a:fld id="{F219F1D1-FC0F-4525-8321-BB3DFE6BA94F}" type="datetimeFigureOut">
              <a:rPr lang="zh-CN" altLang="en-US" smtClean="0"/>
              <a:t>2024/12/31</a:t>
            </a:fld>
            <a:endParaRPr lang="zh-CN" altLang="en-US"/>
          </a:p>
        </p:txBody>
      </p:sp>
      <p:sp>
        <p:nvSpPr>
          <p:cNvPr id="5" name="页脚占位符 4">
            <a:extLst>
              <a:ext uri="{FF2B5EF4-FFF2-40B4-BE49-F238E27FC236}">
                <a16:creationId xmlns:a16="http://schemas.microsoft.com/office/drawing/2014/main" id="{4FBBE794-14EB-6F52-7F75-5C77A80C8CA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B2D66E3-F0BA-EA5F-4B58-E8DED8C099B4}"/>
              </a:ext>
            </a:extLst>
          </p:cNvPr>
          <p:cNvSpPr>
            <a:spLocks noGrp="1"/>
          </p:cNvSpPr>
          <p:nvPr>
            <p:ph type="sldNum" sz="quarter" idx="12"/>
          </p:nvPr>
        </p:nvSpPr>
        <p:spPr/>
        <p:txBody>
          <a:bodyPr/>
          <a:lstStyle/>
          <a:p>
            <a:fld id="{2ADC0C4E-1E4E-4874-9CAA-C4F857617503}" type="slidenum">
              <a:rPr lang="zh-CN" altLang="en-US" smtClean="0"/>
              <a:t>‹#›</a:t>
            </a:fld>
            <a:endParaRPr lang="zh-CN" altLang="en-US"/>
          </a:p>
        </p:txBody>
      </p:sp>
    </p:spTree>
    <p:extLst>
      <p:ext uri="{BB962C8B-B14F-4D97-AF65-F5344CB8AC3E}">
        <p14:creationId xmlns:p14="http://schemas.microsoft.com/office/powerpoint/2010/main" val="1087136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B065CE6-8C67-21E6-3D22-79892F378A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4D97BDF-248A-1254-334F-C5B9E0F8EC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61738AB-02FC-9F61-AE3E-87FEC49CC8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19F1D1-FC0F-4525-8321-BB3DFE6BA94F}" type="datetimeFigureOut">
              <a:rPr lang="zh-CN" altLang="en-US" smtClean="0"/>
              <a:t>2024/12/31</a:t>
            </a:fld>
            <a:endParaRPr lang="zh-CN" altLang="en-US"/>
          </a:p>
        </p:txBody>
      </p:sp>
      <p:sp>
        <p:nvSpPr>
          <p:cNvPr id="5" name="页脚占位符 4">
            <a:extLst>
              <a:ext uri="{FF2B5EF4-FFF2-40B4-BE49-F238E27FC236}">
                <a16:creationId xmlns:a16="http://schemas.microsoft.com/office/drawing/2014/main" id="{93EC69A0-DDAA-B2C2-4978-9205B6D403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6F00AF5F-37A4-C091-B6E8-97478C86E7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DC0C4E-1E4E-4874-9CAA-C4F857617503}" type="slidenum">
              <a:rPr lang="zh-CN" altLang="en-US" smtClean="0"/>
              <a:t>‹#›</a:t>
            </a:fld>
            <a:endParaRPr lang="zh-CN" altLang="en-US"/>
          </a:p>
        </p:txBody>
      </p:sp>
    </p:spTree>
    <p:extLst>
      <p:ext uri="{BB962C8B-B14F-4D97-AF65-F5344CB8AC3E}">
        <p14:creationId xmlns:p14="http://schemas.microsoft.com/office/powerpoint/2010/main" val="27330771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jp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 Id="rId5" Type="http://schemas.openxmlformats.org/officeDocument/2006/relationships/image" Target="../media/image24.jpg"/><Relationship Id="rId4" Type="http://schemas.openxmlformats.org/officeDocument/2006/relationships/image" Target="../media/image23.jpg"/></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7" Type="http://schemas.openxmlformats.org/officeDocument/2006/relationships/image" Target="../media/image30.jpeg"/><Relationship Id="rId2" Type="http://schemas.openxmlformats.org/officeDocument/2006/relationships/image" Target="../media/image25.jpeg"/><Relationship Id="rId1" Type="http://schemas.openxmlformats.org/officeDocument/2006/relationships/slideLayout" Target="../slideLayouts/slideLayout2.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s/_rels/slide17.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7AA67C3D-6D28-4C64-81F8-295FC9396E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Meiryo"/>
            </a:endParaRPr>
          </a:p>
        </p:txBody>
      </p:sp>
      <p:sp>
        <p:nvSpPr>
          <p:cNvPr id="33" name="Freeform: Shape 32">
            <a:extLst>
              <a:ext uri="{FF2B5EF4-FFF2-40B4-BE49-F238E27FC236}">
                <a16:creationId xmlns:a16="http://schemas.microsoft.com/office/drawing/2014/main" id="{8DBEAE55-3EA1-41D7-A212-5F7D8986C1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212206"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5" name="Freeform: Shape 34">
            <a:extLst>
              <a:ext uri="{FF2B5EF4-FFF2-40B4-BE49-F238E27FC236}">
                <a16:creationId xmlns:a16="http://schemas.microsoft.com/office/drawing/2014/main" id="{CFC5F0E7-644F-4101-BE72-12825CF537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417551"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13" name="图片 12" descr="信件&#10;&#10;描述已自动生成">
            <a:extLst>
              <a:ext uri="{FF2B5EF4-FFF2-40B4-BE49-F238E27FC236}">
                <a16:creationId xmlns:a16="http://schemas.microsoft.com/office/drawing/2014/main" id="{A257F7DF-F14F-5FDE-758A-A6FBB3566A99}"/>
              </a:ext>
            </a:extLst>
          </p:cNvPr>
          <p:cNvPicPr>
            <a:picLocks noChangeAspect="1"/>
          </p:cNvPicPr>
          <p:nvPr/>
        </p:nvPicPr>
        <p:blipFill>
          <a:blip r:embed="rId3">
            <a:extLst>
              <a:ext uri="{28A0092B-C50C-407E-A947-70E740481C1C}">
                <a14:useLocalDpi xmlns:a14="http://schemas.microsoft.com/office/drawing/2010/main" val="0"/>
              </a:ext>
            </a:extLst>
          </a:blip>
          <a:srcRect t="21144" r="2" b="20970"/>
          <a:stretch/>
        </p:blipFill>
        <p:spPr>
          <a:xfrm>
            <a:off x="2664294" y="-1"/>
            <a:ext cx="9526226" cy="3405188"/>
          </a:xfrm>
          <a:custGeom>
            <a:avLst/>
            <a:gdLst/>
            <a:ahLst/>
            <a:cxnLst/>
            <a:rect l="l" t="t" r="r" b="b"/>
            <a:pathLst>
              <a:path w="9526226" h="3405188">
                <a:moveTo>
                  <a:pt x="1617925" y="0"/>
                </a:moveTo>
                <a:lnTo>
                  <a:pt x="2711158" y="0"/>
                </a:lnTo>
                <a:lnTo>
                  <a:pt x="3027357" y="0"/>
                </a:lnTo>
                <a:lnTo>
                  <a:pt x="3491324" y="0"/>
                </a:lnTo>
                <a:lnTo>
                  <a:pt x="5200853" y="0"/>
                </a:lnTo>
                <a:lnTo>
                  <a:pt x="9526226" y="0"/>
                </a:lnTo>
                <a:lnTo>
                  <a:pt x="9526226" y="3405188"/>
                </a:lnTo>
                <a:lnTo>
                  <a:pt x="0" y="3405188"/>
                </a:lnTo>
                <a:lnTo>
                  <a:pt x="1596" y="3337395"/>
                </a:lnTo>
                <a:cubicBezTo>
                  <a:pt x="68390" y="1928213"/>
                  <a:pt x="632836" y="708413"/>
                  <a:pt x="1595801" y="14997"/>
                </a:cubicBezTo>
                <a:close/>
              </a:path>
            </a:pathLst>
          </a:custGeom>
        </p:spPr>
      </p:pic>
      <p:sp>
        <p:nvSpPr>
          <p:cNvPr id="37" name="Freeform: Shape 36">
            <a:extLst>
              <a:ext uri="{FF2B5EF4-FFF2-40B4-BE49-F238E27FC236}">
                <a16:creationId xmlns:a16="http://schemas.microsoft.com/office/drawing/2014/main" id="{74283919-7E00-4FC2-BFC9-3F56E58808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664294" y="0"/>
            <a:ext cx="1953741" cy="3405188"/>
          </a:xfrm>
          <a:custGeom>
            <a:avLst/>
            <a:gdLst>
              <a:gd name="connsiteX0" fmla="*/ 340960 w 1953741"/>
              <a:gd name="connsiteY0" fmla="*/ 0 h 3405188"/>
              <a:gd name="connsiteX1" fmla="*/ 0 w 1953741"/>
              <a:gd name="connsiteY1" fmla="*/ 0 h 3405188"/>
              <a:gd name="connsiteX2" fmla="*/ 0 w 1953741"/>
              <a:gd name="connsiteY2" fmla="*/ 1 h 3405188"/>
              <a:gd name="connsiteX3" fmla="*/ 121075 w 1953741"/>
              <a:gd name="connsiteY3" fmla="*/ 1 h 3405188"/>
              <a:gd name="connsiteX4" fmla="*/ 143661 w 1953741"/>
              <a:gd name="connsiteY4" fmla="*/ 14998 h 3405188"/>
              <a:gd name="connsiteX5" fmla="*/ 1771120 w 1953741"/>
              <a:gd name="connsiteY5" fmla="*/ 3337396 h 3405188"/>
              <a:gd name="connsiteX6" fmla="*/ 1772750 w 1953741"/>
              <a:gd name="connsiteY6" fmla="*/ 3405188 h 3405188"/>
              <a:gd name="connsiteX7" fmla="*/ 1953741 w 1953741"/>
              <a:gd name="connsiteY7" fmla="*/ 3405188 h 3405188"/>
              <a:gd name="connsiteX8" fmla="*/ 1937324 w 1953741"/>
              <a:gd name="connsiteY8" fmla="*/ 3058183 h 3405188"/>
              <a:gd name="connsiteX9" fmla="*/ 363084 w 1953741"/>
              <a:gd name="connsiteY9" fmla="*/ 14997 h 3405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3741" h="3405188">
                <a:moveTo>
                  <a:pt x="340960" y="0"/>
                </a:moveTo>
                <a:lnTo>
                  <a:pt x="0" y="0"/>
                </a:lnTo>
                <a:lnTo>
                  <a:pt x="0" y="1"/>
                </a:lnTo>
                <a:lnTo>
                  <a:pt x="121075" y="1"/>
                </a:lnTo>
                <a:lnTo>
                  <a:pt x="143661" y="14998"/>
                </a:lnTo>
                <a:cubicBezTo>
                  <a:pt x="1126713" y="708414"/>
                  <a:pt x="1702933" y="1928214"/>
                  <a:pt x="1771120" y="3337396"/>
                </a:cubicBezTo>
                <a:lnTo>
                  <a:pt x="1772750" y="3405188"/>
                </a:lnTo>
                <a:lnTo>
                  <a:pt x="1953741" y="3405188"/>
                </a:lnTo>
                <a:lnTo>
                  <a:pt x="1937324" y="3058183"/>
                </a:lnTo>
                <a:cubicBezTo>
                  <a:pt x="1813464" y="1767912"/>
                  <a:pt x="1261851" y="662186"/>
                  <a:pt x="363084" y="14997"/>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0" name="图片 9" descr="房间里有许多家具&#10;&#10;中度可信度描述已自动生成">
            <a:extLst>
              <a:ext uri="{FF2B5EF4-FFF2-40B4-BE49-F238E27FC236}">
                <a16:creationId xmlns:a16="http://schemas.microsoft.com/office/drawing/2014/main" id="{EFF6F554-4746-2B55-92CF-447BA434D4C6}"/>
              </a:ext>
            </a:extLst>
          </p:cNvPr>
          <p:cNvPicPr>
            <a:picLocks noChangeAspect="1"/>
          </p:cNvPicPr>
          <p:nvPr/>
        </p:nvPicPr>
        <p:blipFill>
          <a:blip r:embed="rId4">
            <a:extLst>
              <a:ext uri="{28A0092B-C50C-407E-A947-70E740481C1C}">
                <a14:useLocalDpi xmlns:a14="http://schemas.microsoft.com/office/drawing/2010/main" val="0"/>
              </a:ext>
            </a:extLst>
          </a:blip>
          <a:srcRect t="39190" r="-1" b="-1"/>
          <a:stretch/>
        </p:blipFill>
        <p:spPr>
          <a:xfrm>
            <a:off x="2660676" y="3452815"/>
            <a:ext cx="9531324" cy="3405187"/>
          </a:xfrm>
          <a:custGeom>
            <a:avLst/>
            <a:gdLst/>
            <a:ahLst/>
            <a:cxnLst/>
            <a:rect l="l" t="t" r="r" b="b"/>
            <a:pathLst>
              <a:path w="9531324" h="3405187">
                <a:moveTo>
                  <a:pt x="3977" y="0"/>
                </a:moveTo>
                <a:lnTo>
                  <a:pt x="9531324" y="0"/>
                </a:lnTo>
                <a:lnTo>
                  <a:pt x="9531324" y="3405187"/>
                </a:lnTo>
                <a:lnTo>
                  <a:pt x="5205951" y="3405187"/>
                </a:lnTo>
                <a:lnTo>
                  <a:pt x="3496422" y="3405187"/>
                </a:lnTo>
                <a:lnTo>
                  <a:pt x="3032455" y="3405187"/>
                </a:lnTo>
                <a:lnTo>
                  <a:pt x="2716256" y="3405187"/>
                </a:lnTo>
                <a:lnTo>
                  <a:pt x="2502754" y="3405187"/>
                </a:lnTo>
                <a:lnTo>
                  <a:pt x="2390998" y="3327786"/>
                </a:lnTo>
                <a:cubicBezTo>
                  <a:pt x="2217180" y="3200295"/>
                  <a:pt x="2046553" y="3062584"/>
                  <a:pt x="1874350" y="2922001"/>
                </a:cubicBezTo>
                <a:cubicBezTo>
                  <a:pt x="928725" y="2150026"/>
                  <a:pt x="0" y="1516318"/>
                  <a:pt x="0" y="168843"/>
                </a:cubicBezTo>
                <a:close/>
              </a:path>
            </a:pathLst>
          </a:custGeom>
        </p:spPr>
      </p:pic>
      <p:sp>
        <p:nvSpPr>
          <p:cNvPr id="39" name="Freeform: Shape 38">
            <a:extLst>
              <a:ext uri="{FF2B5EF4-FFF2-40B4-BE49-F238E27FC236}">
                <a16:creationId xmlns:a16="http://schemas.microsoft.com/office/drawing/2014/main" id="{2217FF4A-5EDF-43B7-90EE-BDD9F1E9EA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660676" y="3452813"/>
            <a:ext cx="2740990" cy="3405187"/>
          </a:xfrm>
          <a:custGeom>
            <a:avLst/>
            <a:gdLst>
              <a:gd name="connsiteX0" fmla="*/ 2737014 w 2740990"/>
              <a:gd name="connsiteY0" fmla="*/ 0 h 3405187"/>
              <a:gd name="connsiteX1" fmla="*/ 2550901 w 2740990"/>
              <a:gd name="connsiteY1" fmla="*/ 0 h 3405187"/>
              <a:gd name="connsiteX2" fmla="*/ 2554960 w 2740990"/>
              <a:gd name="connsiteY2" fmla="*/ 168844 h 3405187"/>
              <a:gd name="connsiteX3" fmla="*/ 641512 w 2740990"/>
              <a:gd name="connsiteY3" fmla="*/ 2922002 h 3405187"/>
              <a:gd name="connsiteX4" fmla="*/ 114085 w 2740990"/>
              <a:gd name="connsiteY4" fmla="*/ 3327787 h 3405187"/>
              <a:gd name="connsiteX5" fmla="*/ 0 w 2740990"/>
              <a:gd name="connsiteY5" fmla="*/ 3405187 h 3405187"/>
              <a:gd name="connsiteX6" fmla="*/ 24734 w 2740990"/>
              <a:gd name="connsiteY6" fmla="*/ 3405187 h 3405187"/>
              <a:gd name="connsiteX7" fmla="*/ 238236 w 2740990"/>
              <a:gd name="connsiteY7" fmla="*/ 3405187 h 3405187"/>
              <a:gd name="connsiteX8" fmla="*/ 349992 w 2740990"/>
              <a:gd name="connsiteY8" fmla="*/ 3327786 h 3405187"/>
              <a:gd name="connsiteX9" fmla="*/ 866640 w 2740990"/>
              <a:gd name="connsiteY9" fmla="*/ 2922001 h 3405187"/>
              <a:gd name="connsiteX10" fmla="*/ 2740990 w 2740990"/>
              <a:gd name="connsiteY10" fmla="*/ 168843 h 3405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40990" h="3405187">
                <a:moveTo>
                  <a:pt x="2737014" y="0"/>
                </a:moveTo>
                <a:lnTo>
                  <a:pt x="2550901" y="0"/>
                </a:lnTo>
                <a:lnTo>
                  <a:pt x="2554960" y="168844"/>
                </a:lnTo>
                <a:cubicBezTo>
                  <a:pt x="2554960" y="1516319"/>
                  <a:pt x="1606862" y="2150027"/>
                  <a:pt x="641512" y="2922002"/>
                </a:cubicBezTo>
                <a:cubicBezTo>
                  <a:pt x="465716" y="3062585"/>
                  <a:pt x="291530" y="3200296"/>
                  <a:pt x="114085" y="3327787"/>
                </a:cubicBezTo>
                <a:lnTo>
                  <a:pt x="0" y="3405187"/>
                </a:lnTo>
                <a:lnTo>
                  <a:pt x="24734" y="3405187"/>
                </a:lnTo>
                <a:lnTo>
                  <a:pt x="238236" y="3405187"/>
                </a:lnTo>
                <a:lnTo>
                  <a:pt x="349992" y="3327786"/>
                </a:lnTo>
                <a:cubicBezTo>
                  <a:pt x="523810" y="3200295"/>
                  <a:pt x="694437" y="3062584"/>
                  <a:pt x="866640" y="2922001"/>
                </a:cubicBezTo>
                <a:cubicBezTo>
                  <a:pt x="1812265" y="2150026"/>
                  <a:pt x="2740990" y="1516318"/>
                  <a:pt x="2740990" y="168843"/>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21971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0" name="Rectangle 8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图片 5" descr="房间里有许多家具&#10;&#10;中度可信度描述已自动生成">
            <a:extLst>
              <a:ext uri="{FF2B5EF4-FFF2-40B4-BE49-F238E27FC236}">
                <a16:creationId xmlns:a16="http://schemas.microsoft.com/office/drawing/2014/main" id="{AFEC0CD8-7EE5-232C-CEB5-9E84A4F677F6}"/>
              </a:ext>
            </a:extLst>
          </p:cNvPr>
          <p:cNvPicPr>
            <a:picLocks noChangeAspect="1"/>
          </p:cNvPicPr>
          <p:nvPr/>
        </p:nvPicPr>
        <p:blipFill>
          <a:blip r:embed="rId2">
            <a:extLst>
              <a:ext uri="{28A0092B-C50C-407E-A947-70E740481C1C}">
                <a14:useLocalDpi xmlns:a14="http://schemas.microsoft.com/office/drawing/2010/main" val="0"/>
              </a:ext>
            </a:extLst>
          </a:blip>
          <a:srcRect l="17164"/>
          <a:stretch/>
        </p:blipFill>
        <p:spPr>
          <a:xfrm>
            <a:off x="1" y="10"/>
            <a:ext cx="9669642" cy="6857990"/>
          </a:xfrm>
          <a:prstGeom prst="rect">
            <a:avLst/>
          </a:prstGeom>
        </p:spPr>
      </p:pic>
      <p:sp>
        <p:nvSpPr>
          <p:cNvPr id="92" name="Rectangle 9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内容占位符 2">
            <a:extLst>
              <a:ext uri="{FF2B5EF4-FFF2-40B4-BE49-F238E27FC236}">
                <a16:creationId xmlns:a16="http://schemas.microsoft.com/office/drawing/2014/main" id="{2456EE54-DACD-5E5B-8C6A-6E09F2095FF1}"/>
              </a:ext>
            </a:extLst>
          </p:cNvPr>
          <p:cNvSpPr>
            <a:spLocks noGrp="1"/>
          </p:cNvSpPr>
          <p:nvPr>
            <p:ph idx="1"/>
          </p:nvPr>
        </p:nvSpPr>
        <p:spPr>
          <a:xfrm>
            <a:off x="7531610" y="2434201"/>
            <a:ext cx="3933980" cy="3742762"/>
          </a:xfrm>
        </p:spPr>
        <p:txBody>
          <a:bodyPr>
            <a:normAutofit/>
          </a:bodyPr>
          <a:lstStyle/>
          <a:p>
            <a:pPr>
              <a:buFont typeface="Wingdings" panose="05000000000000000000" pitchFamily="2" charset="2"/>
              <a:buChar char="u"/>
            </a:pPr>
            <a:r>
              <a:rPr lang="en-US" altLang="zh-CN" sz="1600" dirty="0">
                <a:latin typeface="Calibri" panose="020F0502020204030204" pitchFamily="34" charset="0"/>
                <a:cs typeface="Calibri" panose="020F0502020204030204" pitchFamily="34" charset="0"/>
              </a:rPr>
              <a:t>Company Profile</a:t>
            </a:r>
          </a:p>
          <a:p>
            <a:pPr marL="0" indent="0">
              <a:buNone/>
            </a:pPr>
            <a:r>
              <a:rPr lang="en-US" altLang="zh-CN" sz="1400" dirty="0">
                <a:latin typeface="Calibri" panose="020F0502020204030204" pitchFamily="34" charset="0"/>
                <a:cs typeface="Calibri" panose="020F0502020204030204" pitchFamily="34" charset="0"/>
              </a:rPr>
              <a:t>-In 2019, the core team structure of the company was formed, and the business direction was focused on the whole house customization field. After 4 years of market experience with accumulation, the company has been officially registered and established in Singapore in 2023. </a:t>
            </a:r>
          </a:p>
          <a:p>
            <a:pPr marL="0" indent="0">
              <a:buNone/>
            </a:pPr>
            <a:r>
              <a:rPr lang="en-US" altLang="zh-CN" sz="1400" dirty="0">
                <a:latin typeface="Calibri" panose="020F0502020204030204" pitchFamily="34" charset="0"/>
                <a:cs typeface="Calibri" panose="020F0502020204030204" pitchFamily="34" charset="0"/>
              </a:rPr>
              <a:t>-With a professional production base located in China, it will be upgraded to the whole house high-end customization system has been optimized and adjusted in style and product structure, fully transforming towards modern minimalism.</a:t>
            </a:r>
            <a:endParaRPr lang="zh-CN" alt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92818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BDDA7B-65E6-1C04-0E56-7E796DD3B6BA}"/>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图片 5" descr="房间里有许多家具&#10;&#10;中度可信度描述已自动生成">
            <a:extLst>
              <a:ext uri="{FF2B5EF4-FFF2-40B4-BE49-F238E27FC236}">
                <a16:creationId xmlns:a16="http://schemas.microsoft.com/office/drawing/2014/main" id="{8EF837F6-4402-5857-4806-0FFB3B800892}"/>
              </a:ext>
            </a:extLst>
          </p:cNvPr>
          <p:cNvPicPr>
            <a:picLocks noChangeAspect="1"/>
          </p:cNvPicPr>
          <p:nvPr/>
        </p:nvPicPr>
        <p:blipFill>
          <a:blip r:embed="rId2">
            <a:extLst>
              <a:ext uri="{28A0092B-C50C-407E-A947-70E740481C1C}">
                <a14:useLocalDpi xmlns:a14="http://schemas.microsoft.com/office/drawing/2010/main" val="0"/>
              </a:ext>
            </a:extLst>
          </a:blip>
          <a:srcRect l="17164"/>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内容占位符 2">
            <a:extLst>
              <a:ext uri="{FF2B5EF4-FFF2-40B4-BE49-F238E27FC236}">
                <a16:creationId xmlns:a16="http://schemas.microsoft.com/office/drawing/2014/main" id="{2641BEBC-7811-29B1-70C5-7D17FCCCE705}"/>
              </a:ext>
            </a:extLst>
          </p:cNvPr>
          <p:cNvSpPr>
            <a:spLocks noGrp="1"/>
          </p:cNvSpPr>
          <p:nvPr>
            <p:ph idx="1"/>
          </p:nvPr>
        </p:nvSpPr>
        <p:spPr>
          <a:xfrm>
            <a:off x="7531610" y="2434201"/>
            <a:ext cx="4070868" cy="3742762"/>
          </a:xfrm>
        </p:spPr>
        <p:txBody>
          <a:bodyPr>
            <a:noAutofit/>
          </a:bodyPr>
          <a:lstStyle/>
          <a:p>
            <a:pPr>
              <a:buFont typeface="Wingdings" panose="05000000000000000000" pitchFamily="2" charset="2"/>
              <a:buChar char="u"/>
            </a:pPr>
            <a:r>
              <a:rPr lang="en-US" altLang="zh-CN" sz="1600" dirty="0">
                <a:latin typeface="Calibri" panose="020F0502020204030204" pitchFamily="34" charset="0"/>
                <a:cs typeface="Calibri" panose="020F0502020204030204" pitchFamily="34" charset="0"/>
              </a:rPr>
              <a:t>Brand positioning </a:t>
            </a:r>
          </a:p>
          <a:p>
            <a:pPr marL="0" indent="0">
              <a:buNone/>
            </a:pPr>
            <a:r>
              <a:rPr lang="en-US" altLang="zh-CN" sz="1400" dirty="0">
                <a:latin typeface="Calibri" panose="020F0502020204030204" pitchFamily="34" charset="0"/>
                <a:cs typeface="Calibri" panose="020F0502020204030204" pitchFamily="34" charset="0"/>
              </a:rPr>
              <a:t>-Simplicity and luxury, high-end customized paint free wooden system home furnishings for the whole house, and differentiation from many solid wood and mixed oil custom brands in the market. It is more diverse in texture, color, shape, and fashion performance, which can better meet personalized customization needs.</a:t>
            </a:r>
          </a:p>
          <a:p>
            <a:pPr>
              <a:buFont typeface="Wingdings" panose="05000000000000000000" pitchFamily="2" charset="2"/>
              <a:buChar char="u"/>
            </a:pPr>
            <a:r>
              <a:rPr lang="en-US" altLang="zh-CN" sz="1400" dirty="0">
                <a:latin typeface="Calibri" panose="020F0502020204030204" pitchFamily="34" charset="0"/>
                <a:cs typeface="Calibri" panose="020F0502020204030204" pitchFamily="34" charset="0"/>
              </a:rPr>
              <a:t>Product advantages</a:t>
            </a:r>
          </a:p>
          <a:p>
            <a:pPr marL="0" indent="0">
              <a:buNone/>
            </a:pPr>
            <a:r>
              <a:rPr lang="en-US" altLang="zh-CN" sz="1200" dirty="0">
                <a:latin typeface="Calibri" panose="020F0502020204030204" pitchFamily="34" charset="0"/>
                <a:cs typeface="Calibri" panose="020F0502020204030204" pitchFamily="34" charset="0"/>
              </a:rPr>
              <a:t>-High quality/high cost-effectiveness/efficient systematization</a:t>
            </a:r>
          </a:p>
          <a:p>
            <a:pPr marL="0" indent="0">
              <a:buNone/>
            </a:pPr>
            <a:r>
              <a:rPr lang="en-US" altLang="zh-CN" sz="1200" dirty="0">
                <a:latin typeface="Calibri" panose="020F0502020204030204" pitchFamily="34" charset="0"/>
                <a:cs typeface="Calibri" panose="020F0502020204030204" pitchFamily="34" charset="0"/>
              </a:rPr>
              <a:t>-Widely adaptable to modern home décor </a:t>
            </a:r>
          </a:p>
          <a:p>
            <a:pPr marL="0" indent="0">
              <a:buNone/>
            </a:pPr>
            <a:r>
              <a:rPr lang="en-US" altLang="zh-CN" sz="1200" dirty="0">
                <a:latin typeface="Calibri" panose="020F0502020204030204" pitchFamily="34" charset="0"/>
                <a:cs typeface="Calibri" panose="020F0502020204030204" pitchFamily="34" charset="0"/>
              </a:rPr>
              <a:t>-First tier brand high-quality environmentally friendly materials</a:t>
            </a:r>
          </a:p>
        </p:txBody>
      </p:sp>
    </p:spTree>
    <p:extLst>
      <p:ext uri="{BB962C8B-B14F-4D97-AF65-F5344CB8AC3E}">
        <p14:creationId xmlns:p14="http://schemas.microsoft.com/office/powerpoint/2010/main" val="4004806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D909724-2FAC-4941-A743-AB97A8A67D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标题 1">
            <a:extLst>
              <a:ext uri="{FF2B5EF4-FFF2-40B4-BE49-F238E27FC236}">
                <a16:creationId xmlns:a16="http://schemas.microsoft.com/office/drawing/2014/main" id="{FEDF37F9-1472-9E6E-247F-5F19CE19209E}"/>
              </a:ext>
            </a:extLst>
          </p:cNvPr>
          <p:cNvSpPr>
            <a:spLocks noGrp="1"/>
          </p:cNvSpPr>
          <p:nvPr>
            <p:ph type="title"/>
          </p:nvPr>
        </p:nvSpPr>
        <p:spPr>
          <a:xfrm>
            <a:off x="1265120" y="1107860"/>
            <a:ext cx="5912329" cy="1046671"/>
          </a:xfrm>
        </p:spPr>
        <p:txBody>
          <a:bodyPr>
            <a:normAutofit/>
          </a:bodyPr>
          <a:lstStyle/>
          <a:p>
            <a:r>
              <a:rPr lang="en-US" altLang="zh-CN" sz="2400" dirty="0">
                <a:latin typeface="Calibri" panose="020F0502020204030204" pitchFamily="34" charset="0"/>
                <a:cs typeface="Calibri" panose="020F0502020204030204" pitchFamily="34" charset="0"/>
              </a:rPr>
              <a:t>Our advantages of whole house customization</a:t>
            </a:r>
            <a:endParaRPr lang="zh-CN" altLang="en-US" sz="2400" dirty="0">
              <a:latin typeface="Calibri" panose="020F0502020204030204" pitchFamily="34" charset="0"/>
              <a:cs typeface="Calibri" panose="020F0502020204030204" pitchFamily="34" charset="0"/>
            </a:endParaRPr>
          </a:p>
        </p:txBody>
      </p:sp>
      <p:sp>
        <p:nvSpPr>
          <p:cNvPr id="33" name="内容占位符 2">
            <a:extLst>
              <a:ext uri="{FF2B5EF4-FFF2-40B4-BE49-F238E27FC236}">
                <a16:creationId xmlns:a16="http://schemas.microsoft.com/office/drawing/2014/main" id="{7EF93D4B-2E58-173E-30C1-5158FF448330}"/>
              </a:ext>
            </a:extLst>
          </p:cNvPr>
          <p:cNvSpPr>
            <a:spLocks noGrp="1"/>
          </p:cNvSpPr>
          <p:nvPr>
            <p:ph idx="1"/>
          </p:nvPr>
        </p:nvSpPr>
        <p:spPr>
          <a:xfrm>
            <a:off x="1265120" y="2055973"/>
            <a:ext cx="6084117" cy="3868661"/>
          </a:xfrm>
        </p:spPr>
        <p:txBody>
          <a:bodyPr anchor="ctr">
            <a:noAutofit/>
          </a:bodyPr>
          <a:lstStyle/>
          <a:p>
            <a:r>
              <a:rPr lang="en-US" altLang="zh-CN" sz="1400" dirty="0">
                <a:solidFill>
                  <a:schemeClr val="accent2">
                    <a:lumMod val="50000"/>
                  </a:schemeClr>
                </a:solidFill>
                <a:latin typeface="Calibri" panose="020F0502020204030204" pitchFamily="34" charset="0"/>
                <a:cs typeface="Calibri" panose="020F0502020204030204" pitchFamily="34" charset="0"/>
              </a:rPr>
              <a:t>Formaldehyde emission meets ENF&amp;F4☆ standards</a:t>
            </a:r>
          </a:p>
          <a:p>
            <a:pPr marL="0" indent="0">
              <a:buNone/>
            </a:pPr>
            <a:r>
              <a:rPr lang="en-US" altLang="zh-CN" sz="1400" dirty="0">
                <a:latin typeface="Calibri" panose="020F0502020204030204" pitchFamily="34" charset="0"/>
                <a:cs typeface="Calibri" panose="020F0502020204030204" pitchFamily="34" charset="0"/>
              </a:rPr>
              <a:t>We use MDI glue, which has a low glue usage and the equipment applies glue evenly, MDI glue has almost no formaldehyde, and the equipment evenly applies glue, which minimizes the amount of formaldehyde.</a:t>
            </a:r>
          </a:p>
          <a:p>
            <a:r>
              <a:rPr lang="en-US" altLang="zh-CN" sz="1400" dirty="0">
                <a:solidFill>
                  <a:schemeClr val="accent2">
                    <a:lumMod val="50000"/>
                  </a:schemeClr>
                </a:solidFill>
                <a:latin typeface="Calibri" panose="020F0502020204030204" pitchFamily="34" charset="0"/>
                <a:cs typeface="Calibri" panose="020F0502020204030204" pitchFamily="34" charset="0"/>
              </a:rPr>
              <a:t> MDI glue high-temperature hot pressing technology</a:t>
            </a:r>
          </a:p>
          <a:p>
            <a:pPr marL="0" indent="0">
              <a:buNone/>
            </a:pPr>
            <a:r>
              <a:rPr lang="en-US" altLang="zh-CN" sz="1400" dirty="0">
                <a:latin typeface="Calibri" panose="020F0502020204030204" pitchFamily="34" charset="0"/>
                <a:cs typeface="Calibri" panose="020F0502020204030204" pitchFamily="34" charset="0"/>
              </a:rPr>
              <a:t>We use fully automated equipment and high-temperature hot pressing technology to adhere the surface finish on the board, making the surface treatment smoother and high quality. </a:t>
            </a:r>
          </a:p>
          <a:p>
            <a:r>
              <a:rPr lang="en-US" altLang="zh-CN" sz="1400" dirty="0">
                <a:solidFill>
                  <a:schemeClr val="accent2">
                    <a:lumMod val="50000"/>
                  </a:schemeClr>
                </a:solidFill>
                <a:latin typeface="Calibri" panose="020F0502020204030204" pitchFamily="34" charset="0"/>
                <a:cs typeface="Calibri" panose="020F0502020204030204" pitchFamily="34" charset="0"/>
              </a:rPr>
              <a:t> Edge banding technology</a:t>
            </a:r>
          </a:p>
          <a:p>
            <a:pPr marL="0" indent="0">
              <a:buNone/>
            </a:pPr>
            <a:r>
              <a:rPr lang="en-US" altLang="zh-CN" sz="1400" dirty="0">
                <a:latin typeface="Calibri" panose="020F0502020204030204" pitchFamily="34" charset="0"/>
                <a:cs typeface="Calibri" panose="020F0502020204030204" pitchFamily="34" charset="0"/>
              </a:rPr>
              <a:t>Our PUR/Laser edge sealing is much stronger than ABS/EVA edge sealing for hand cabinets, resulting in lower formaldehyde emissions, less cracking of board corners, better quality, and safer use. </a:t>
            </a:r>
          </a:p>
          <a:p>
            <a:r>
              <a:rPr lang="en-US" altLang="zh-CN" sz="1400" dirty="0">
                <a:solidFill>
                  <a:schemeClr val="accent2">
                    <a:lumMod val="50000"/>
                  </a:schemeClr>
                </a:solidFill>
                <a:latin typeface="Calibri" panose="020F0502020204030204" pitchFamily="34" charset="0"/>
                <a:cs typeface="Calibri" panose="020F0502020204030204" pitchFamily="34" charset="0"/>
              </a:rPr>
              <a:t>High precision</a:t>
            </a:r>
          </a:p>
          <a:p>
            <a:pPr marL="0" indent="0">
              <a:buNone/>
            </a:pPr>
            <a:r>
              <a:rPr lang="en-US" altLang="zh-CN" sz="1400" dirty="0">
                <a:latin typeface="Calibri" panose="020F0502020204030204" pitchFamily="34" charset="0"/>
                <a:cs typeface="Calibri" panose="020F0502020204030204" pitchFamily="34" charset="0"/>
              </a:rPr>
              <a:t>Our products are produced using machines, with consistent internal and external materials and more precise dimensions. </a:t>
            </a:r>
            <a:endParaRPr lang="zh-CN" altLang="en-US" sz="1400" dirty="0">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97B03642-7722-4B15-897F-76918F86B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66395" y="539937"/>
            <a:ext cx="4525605" cy="577812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26">
            <a:extLst>
              <a:ext uri="{FF2B5EF4-FFF2-40B4-BE49-F238E27FC236}">
                <a16:creationId xmlns:a16="http://schemas.microsoft.com/office/drawing/2014/main" id="{6068EAC2-2623-4156-A990-D776FF9BF4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9937"/>
            <a:ext cx="1219200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5" name="Rectangle 28">
            <a:extLst>
              <a:ext uri="{FF2B5EF4-FFF2-40B4-BE49-F238E27FC236}">
                <a16:creationId xmlns:a16="http://schemas.microsoft.com/office/drawing/2014/main" id="{4C707BC9-731A-490A-AF25-6F349FD9B0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254055"/>
            <a:ext cx="1219200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6" name="Rectangle 30">
            <a:extLst>
              <a:ext uri="{FF2B5EF4-FFF2-40B4-BE49-F238E27FC236}">
                <a16:creationId xmlns:a16="http://schemas.microsoft.com/office/drawing/2014/main" id="{3FD7C480-AC7D-4FEE-BB95-EEE23BB3E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749379" y="3396997"/>
            <a:ext cx="6858002"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图片 4" descr="飞机停在室内&#10;&#10;低可信度描述已自动生成">
            <a:extLst>
              <a:ext uri="{FF2B5EF4-FFF2-40B4-BE49-F238E27FC236}">
                <a16:creationId xmlns:a16="http://schemas.microsoft.com/office/drawing/2014/main" id="{E4EEEF59-4BFF-6D03-9442-A958223686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83552" y="834807"/>
            <a:ext cx="3891290" cy="5188386"/>
          </a:xfrm>
          <a:prstGeom prst="rect">
            <a:avLst/>
          </a:prstGeom>
        </p:spPr>
      </p:pic>
    </p:spTree>
    <p:extLst>
      <p:ext uri="{BB962C8B-B14F-4D97-AF65-F5344CB8AC3E}">
        <p14:creationId xmlns:p14="http://schemas.microsoft.com/office/powerpoint/2010/main" val="1996770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C619FB-3335-260F-4C0E-9E6A3A86F59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67A1EB1-0064-1A2A-F8A9-407A1FCC6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4" name="图示 33">
            <a:extLst>
              <a:ext uri="{FF2B5EF4-FFF2-40B4-BE49-F238E27FC236}">
                <a16:creationId xmlns:a16="http://schemas.microsoft.com/office/drawing/2014/main" id="{232BD8FE-5E88-15F2-8938-B5B5C6F5C345}"/>
              </a:ext>
            </a:extLst>
          </p:cNvPr>
          <p:cNvGraphicFramePr/>
          <p:nvPr>
            <p:extLst>
              <p:ext uri="{D42A27DB-BD31-4B8C-83A1-F6EECF244321}">
                <p14:modId xmlns:p14="http://schemas.microsoft.com/office/powerpoint/2010/main" val="3461288827"/>
              </p:ext>
            </p:extLst>
          </p:nvPr>
        </p:nvGraphicFramePr>
        <p:xfrm>
          <a:off x="218997" y="743974"/>
          <a:ext cx="5836291" cy="54651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7" name="图片 36" descr="房间的摆设布局&#10;&#10;描述已自动生成">
            <a:extLst>
              <a:ext uri="{FF2B5EF4-FFF2-40B4-BE49-F238E27FC236}">
                <a16:creationId xmlns:a16="http://schemas.microsoft.com/office/drawing/2014/main" id="{99E5A6C5-BADC-A1D7-5ADE-1F891293BAB2}"/>
              </a:ext>
            </a:extLst>
          </p:cNvPr>
          <p:cNvPicPr>
            <a:picLocks noChangeAspect="1"/>
          </p:cNvPicPr>
          <p:nvPr/>
        </p:nvPicPr>
        <p:blipFill>
          <a:blip r:embed="rId7">
            <a:extLst>
              <a:ext uri="{28A0092B-C50C-407E-A947-70E740481C1C}">
                <a14:useLocalDpi xmlns:a14="http://schemas.microsoft.com/office/drawing/2010/main" val="0"/>
              </a:ext>
            </a:extLst>
          </a:blip>
          <a:srcRect t="11212" r="-2" b="2814"/>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38" name="矩形: 圆角 37">
            <a:extLst>
              <a:ext uri="{FF2B5EF4-FFF2-40B4-BE49-F238E27FC236}">
                <a16:creationId xmlns:a16="http://schemas.microsoft.com/office/drawing/2014/main" id="{6E0E4FEC-373E-F817-5A99-6A5D55B9251E}"/>
              </a:ext>
            </a:extLst>
          </p:cNvPr>
          <p:cNvSpPr/>
          <p:nvPr/>
        </p:nvSpPr>
        <p:spPr>
          <a:xfrm>
            <a:off x="1700718" y="3249441"/>
            <a:ext cx="2872847" cy="359118"/>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600" dirty="0">
                <a:latin typeface="Calibri" panose="020F0502020204030204" pitchFamily="34" charset="0"/>
                <a:cs typeface="Calibri" panose="020F0502020204030204" pitchFamily="34" charset="0"/>
              </a:rPr>
              <a:t>Our customization process</a:t>
            </a:r>
            <a:endParaRPr lang="zh-CN" altLang="en-US"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44260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3">
            <a:extLst>
              <a:ext uri="{FF2B5EF4-FFF2-40B4-BE49-F238E27FC236}">
                <a16:creationId xmlns:a16="http://schemas.microsoft.com/office/drawing/2014/main" id="{4C3A44BB-E01C-4AA8-B2C8-32FC346D2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DE99926D-4E23-691C-30D1-58DF3EB53ABF}"/>
              </a:ext>
            </a:extLst>
          </p:cNvPr>
          <p:cNvSpPr>
            <a:spLocks noGrp="1"/>
          </p:cNvSpPr>
          <p:nvPr>
            <p:ph type="title"/>
          </p:nvPr>
        </p:nvSpPr>
        <p:spPr>
          <a:xfrm>
            <a:off x="4406846" y="4496474"/>
            <a:ext cx="6003980" cy="454183"/>
          </a:xfrm>
        </p:spPr>
        <p:txBody>
          <a:bodyPr anchor="b">
            <a:normAutofit/>
          </a:bodyPr>
          <a:lstStyle/>
          <a:p>
            <a:r>
              <a:rPr lang="en-US" altLang="zh-CN" sz="2400" dirty="0">
                <a:latin typeface="Calibri" panose="020F0502020204030204" pitchFamily="34" charset="0"/>
                <a:cs typeface="Calibri" panose="020F0502020204030204" pitchFamily="34" charset="0"/>
              </a:rPr>
              <a:t>Our main products</a:t>
            </a:r>
            <a:endParaRPr lang="zh-CN" altLang="en-US" sz="2400" dirty="0">
              <a:latin typeface="Calibri" panose="020F0502020204030204" pitchFamily="34" charset="0"/>
              <a:cs typeface="Calibri" panose="020F0502020204030204" pitchFamily="34" charset="0"/>
            </a:endParaRPr>
          </a:p>
        </p:txBody>
      </p:sp>
      <p:pic>
        <p:nvPicPr>
          <p:cNvPr id="9" name="图片 8" descr="桌子上放着花瓶&#10;&#10;低可信度描述已自动生成">
            <a:extLst>
              <a:ext uri="{FF2B5EF4-FFF2-40B4-BE49-F238E27FC236}">
                <a16:creationId xmlns:a16="http://schemas.microsoft.com/office/drawing/2014/main" id="{FF9F5EB1-2604-0586-9E42-48F6008B78E0}"/>
              </a:ext>
            </a:extLst>
          </p:cNvPr>
          <p:cNvPicPr>
            <a:picLocks noChangeAspect="1"/>
          </p:cNvPicPr>
          <p:nvPr/>
        </p:nvPicPr>
        <p:blipFill>
          <a:blip r:embed="rId2">
            <a:extLst>
              <a:ext uri="{28A0092B-C50C-407E-A947-70E740481C1C}">
                <a14:useLocalDpi xmlns:a14="http://schemas.microsoft.com/office/drawing/2010/main" val="0"/>
              </a:ext>
            </a:extLst>
          </a:blip>
          <a:srcRect t="26741" b="10740"/>
          <a:stretch/>
        </p:blipFill>
        <p:spPr>
          <a:xfrm>
            <a:off x="4406845" y="3"/>
            <a:ext cx="4101288" cy="3418797"/>
          </a:xfrm>
          <a:custGeom>
            <a:avLst/>
            <a:gdLst/>
            <a:ahLst/>
            <a:cxnLst/>
            <a:rect l="l" t="t" r="r" b="b"/>
            <a:pathLst>
              <a:path w="4101288" h="3418797">
                <a:moveTo>
                  <a:pt x="989912" y="0"/>
                </a:moveTo>
                <a:lnTo>
                  <a:pt x="3844502" y="0"/>
                </a:lnTo>
                <a:lnTo>
                  <a:pt x="3760850" y="25406"/>
                </a:lnTo>
                <a:cubicBezTo>
                  <a:pt x="3711615" y="43967"/>
                  <a:pt x="3663870" y="67007"/>
                  <a:pt x="3618425" y="98254"/>
                </a:cubicBezTo>
                <a:cubicBezTo>
                  <a:pt x="3626136" y="110145"/>
                  <a:pt x="3665355" y="144049"/>
                  <a:pt x="3649272" y="146579"/>
                </a:cubicBezTo>
                <a:cubicBezTo>
                  <a:pt x="3604102" y="153917"/>
                  <a:pt x="3564000" y="178711"/>
                  <a:pt x="3522797" y="199205"/>
                </a:cubicBezTo>
                <a:cubicBezTo>
                  <a:pt x="3504948" y="208060"/>
                  <a:pt x="3483356" y="219700"/>
                  <a:pt x="3491728" y="251325"/>
                </a:cubicBezTo>
                <a:cubicBezTo>
                  <a:pt x="3506932" y="260181"/>
                  <a:pt x="3518169" y="247783"/>
                  <a:pt x="3530727" y="246772"/>
                </a:cubicBezTo>
                <a:cubicBezTo>
                  <a:pt x="3543507" y="245761"/>
                  <a:pt x="3572153" y="252336"/>
                  <a:pt x="3564219" y="256638"/>
                </a:cubicBezTo>
                <a:cubicBezTo>
                  <a:pt x="3528083" y="276121"/>
                  <a:pt x="3593085" y="322928"/>
                  <a:pt x="3550339" y="322928"/>
                </a:cubicBezTo>
                <a:cubicBezTo>
                  <a:pt x="3478728" y="323181"/>
                  <a:pt x="3440609" y="406169"/>
                  <a:pt x="3371643" y="408447"/>
                </a:cubicBezTo>
                <a:cubicBezTo>
                  <a:pt x="3360627" y="408698"/>
                  <a:pt x="3355338" y="423373"/>
                  <a:pt x="3355558" y="436278"/>
                </a:cubicBezTo>
                <a:cubicBezTo>
                  <a:pt x="3355558" y="451712"/>
                  <a:pt x="3365694" y="454494"/>
                  <a:pt x="3376931" y="456013"/>
                </a:cubicBezTo>
                <a:cubicBezTo>
                  <a:pt x="3394118" y="458289"/>
                  <a:pt x="3411965" y="436278"/>
                  <a:pt x="3434660" y="466133"/>
                </a:cubicBezTo>
                <a:cubicBezTo>
                  <a:pt x="3393898" y="483590"/>
                  <a:pt x="3353135" y="501049"/>
                  <a:pt x="3353797" y="561013"/>
                </a:cubicBezTo>
                <a:cubicBezTo>
                  <a:pt x="3354015" y="577205"/>
                  <a:pt x="3337050" y="583277"/>
                  <a:pt x="3324270" y="587325"/>
                </a:cubicBezTo>
                <a:cubicBezTo>
                  <a:pt x="3303117" y="593904"/>
                  <a:pt x="3285272" y="605543"/>
                  <a:pt x="3273812" y="628061"/>
                </a:cubicBezTo>
                <a:cubicBezTo>
                  <a:pt x="3274033" y="632362"/>
                  <a:pt x="3274254" y="636917"/>
                  <a:pt x="3272930" y="640459"/>
                </a:cubicBezTo>
                <a:cubicBezTo>
                  <a:pt x="3276676" y="694855"/>
                  <a:pt x="3307523" y="693336"/>
                  <a:pt x="3341676" y="684230"/>
                </a:cubicBezTo>
                <a:cubicBezTo>
                  <a:pt x="3382439" y="673096"/>
                  <a:pt x="3422762" y="652855"/>
                  <a:pt x="3465728" y="672338"/>
                </a:cubicBezTo>
                <a:cubicBezTo>
                  <a:pt x="3405133" y="698397"/>
                  <a:pt x="3339253" y="700422"/>
                  <a:pt x="3282405" y="737615"/>
                </a:cubicBezTo>
                <a:cubicBezTo>
                  <a:pt x="3490406" y="744447"/>
                  <a:pt x="3674169" y="627048"/>
                  <a:pt x="3875781" y="582013"/>
                </a:cubicBezTo>
                <a:cubicBezTo>
                  <a:pt x="3868951" y="612120"/>
                  <a:pt x="3852646" y="618193"/>
                  <a:pt x="3837883" y="622747"/>
                </a:cubicBezTo>
                <a:cubicBezTo>
                  <a:pt x="3763408" y="645519"/>
                  <a:pt x="3698188" y="690809"/>
                  <a:pt x="3630322" y="730023"/>
                </a:cubicBezTo>
                <a:cubicBezTo>
                  <a:pt x="3602340" y="746216"/>
                  <a:pt x="3582066" y="762411"/>
                  <a:pt x="3571492" y="797327"/>
                </a:cubicBezTo>
                <a:cubicBezTo>
                  <a:pt x="3562015" y="828953"/>
                  <a:pt x="3543728" y="843628"/>
                  <a:pt x="3509797" y="834518"/>
                </a:cubicBezTo>
                <a:cubicBezTo>
                  <a:pt x="3482254" y="826927"/>
                  <a:pt x="3452068" y="830975"/>
                  <a:pt x="3423203" y="833760"/>
                </a:cubicBezTo>
                <a:cubicBezTo>
                  <a:pt x="3389931" y="836796"/>
                  <a:pt x="3352693" y="872470"/>
                  <a:pt x="3361728" y="890941"/>
                </a:cubicBezTo>
                <a:cubicBezTo>
                  <a:pt x="3377151" y="922314"/>
                  <a:pt x="3402931" y="906627"/>
                  <a:pt x="3425847" y="903084"/>
                </a:cubicBezTo>
                <a:cubicBezTo>
                  <a:pt x="3451848" y="898784"/>
                  <a:pt x="3500100" y="889927"/>
                  <a:pt x="3500982" y="893723"/>
                </a:cubicBezTo>
                <a:cubicBezTo>
                  <a:pt x="3517950" y="972410"/>
                  <a:pt x="3637374" y="903845"/>
                  <a:pt x="3663154" y="896758"/>
                </a:cubicBezTo>
                <a:cubicBezTo>
                  <a:pt x="3695322" y="887904"/>
                  <a:pt x="3725509" y="904097"/>
                  <a:pt x="3756136" y="907891"/>
                </a:cubicBezTo>
                <a:cubicBezTo>
                  <a:pt x="3783459" y="911433"/>
                  <a:pt x="3937918" y="922314"/>
                  <a:pt x="3969866" y="888915"/>
                </a:cubicBezTo>
                <a:cubicBezTo>
                  <a:pt x="3974273" y="914976"/>
                  <a:pt x="3965020" y="925602"/>
                  <a:pt x="3957306" y="937494"/>
                </a:cubicBezTo>
                <a:cubicBezTo>
                  <a:pt x="3946511" y="954445"/>
                  <a:pt x="3944747" y="966337"/>
                  <a:pt x="3965239" y="979747"/>
                </a:cubicBezTo>
                <a:cubicBezTo>
                  <a:pt x="4023630" y="1018206"/>
                  <a:pt x="4022747" y="1019470"/>
                  <a:pt x="3968324" y="1071591"/>
                </a:cubicBezTo>
                <a:cubicBezTo>
                  <a:pt x="3965678" y="1073867"/>
                  <a:pt x="3966782" y="1081459"/>
                  <a:pt x="3966341" y="1086519"/>
                </a:cubicBezTo>
                <a:cubicBezTo>
                  <a:pt x="3980663" y="1094615"/>
                  <a:pt x="3997409" y="1074373"/>
                  <a:pt x="4014153" y="1096133"/>
                </a:cubicBezTo>
                <a:cubicBezTo>
                  <a:pt x="3941222" y="1191771"/>
                  <a:pt x="3829950" y="1215299"/>
                  <a:pt x="3729254" y="1287157"/>
                </a:cubicBezTo>
                <a:cubicBezTo>
                  <a:pt x="3810780" y="1310939"/>
                  <a:pt x="3859696" y="1227952"/>
                  <a:pt x="3919628" y="1238578"/>
                </a:cubicBezTo>
                <a:cubicBezTo>
                  <a:pt x="3949596" y="1264639"/>
                  <a:pt x="3860577" y="1306386"/>
                  <a:pt x="3945409" y="1318784"/>
                </a:cubicBezTo>
                <a:cubicBezTo>
                  <a:pt x="3908610" y="1341555"/>
                  <a:pt x="3881289" y="1363817"/>
                  <a:pt x="3855951" y="1390133"/>
                </a:cubicBezTo>
                <a:cubicBezTo>
                  <a:pt x="3810780" y="1437192"/>
                  <a:pt x="3801967" y="1468060"/>
                  <a:pt x="3822900" y="1531314"/>
                </a:cubicBezTo>
                <a:cubicBezTo>
                  <a:pt x="3836562" y="1572808"/>
                  <a:pt x="3856611" y="1611013"/>
                  <a:pt x="3838986" y="1660349"/>
                </a:cubicBezTo>
                <a:cubicBezTo>
                  <a:pt x="3826646" y="1694254"/>
                  <a:pt x="3831494" y="1716517"/>
                  <a:pt x="3877323" y="1701337"/>
                </a:cubicBezTo>
                <a:cubicBezTo>
                  <a:pt x="3926679" y="1685144"/>
                  <a:pt x="3945187" y="1715505"/>
                  <a:pt x="3932849" y="1774963"/>
                </a:cubicBezTo>
                <a:cubicBezTo>
                  <a:pt x="3924917" y="1813169"/>
                  <a:pt x="3933291" y="1824806"/>
                  <a:pt x="3967221" y="1820505"/>
                </a:cubicBezTo>
                <a:cubicBezTo>
                  <a:pt x="4004680" y="1815698"/>
                  <a:pt x="4040375" y="1790649"/>
                  <a:pt x="4086646" y="1802795"/>
                </a:cubicBezTo>
                <a:cubicBezTo>
                  <a:pt x="4049631" y="1872120"/>
                  <a:pt x="3970527" y="1852385"/>
                  <a:pt x="3927340" y="1918423"/>
                </a:cubicBezTo>
                <a:cubicBezTo>
                  <a:pt x="3978900" y="1918674"/>
                  <a:pt x="4018341" y="1918423"/>
                  <a:pt x="4056460" y="1903999"/>
                </a:cubicBezTo>
                <a:cubicBezTo>
                  <a:pt x="4072325" y="1898179"/>
                  <a:pt x="4089732" y="1892109"/>
                  <a:pt x="4098545" y="1912096"/>
                </a:cubicBezTo>
                <a:cubicBezTo>
                  <a:pt x="4108901" y="1936132"/>
                  <a:pt x="4087529" y="1945241"/>
                  <a:pt x="4074527" y="1949542"/>
                </a:cubicBezTo>
                <a:cubicBezTo>
                  <a:pt x="4037951" y="1961686"/>
                  <a:pt x="4009969" y="1990529"/>
                  <a:pt x="3979782" y="2013047"/>
                </a:cubicBezTo>
                <a:cubicBezTo>
                  <a:pt x="3913460" y="2062386"/>
                  <a:pt x="3840746" y="2103626"/>
                  <a:pt x="3784559" y="2185097"/>
                </a:cubicBezTo>
                <a:cubicBezTo>
                  <a:pt x="3855290" y="2164349"/>
                  <a:pt x="3907951" y="2116025"/>
                  <a:pt x="3973612" y="2106157"/>
                </a:cubicBezTo>
                <a:cubicBezTo>
                  <a:pt x="3916764" y="2180290"/>
                  <a:pt x="3843611" y="2229120"/>
                  <a:pt x="3774426" y="2283011"/>
                </a:cubicBezTo>
                <a:cubicBezTo>
                  <a:pt x="3754594" y="2298192"/>
                  <a:pt x="3734543" y="2308566"/>
                  <a:pt x="3730136" y="2341710"/>
                </a:cubicBezTo>
                <a:cubicBezTo>
                  <a:pt x="3721542" y="2405976"/>
                  <a:pt x="3695763" y="2459107"/>
                  <a:pt x="3640678" y="2487444"/>
                </a:cubicBezTo>
                <a:cubicBezTo>
                  <a:pt x="3640238" y="2487699"/>
                  <a:pt x="3643322" y="2497314"/>
                  <a:pt x="3645085" y="2503890"/>
                </a:cubicBezTo>
                <a:cubicBezTo>
                  <a:pt x="3678797" y="2505916"/>
                  <a:pt x="3705458" y="2467963"/>
                  <a:pt x="3748425" y="2480360"/>
                </a:cubicBezTo>
                <a:cubicBezTo>
                  <a:pt x="3707220" y="2531974"/>
                  <a:pt x="3672847" y="2578277"/>
                  <a:pt x="3614458" y="2602819"/>
                </a:cubicBezTo>
                <a:cubicBezTo>
                  <a:pt x="3567745" y="2622300"/>
                  <a:pt x="3510016" y="2633686"/>
                  <a:pt x="3476083" y="2696937"/>
                </a:cubicBezTo>
                <a:cubicBezTo>
                  <a:pt x="3515524" y="2709337"/>
                  <a:pt x="3544831" y="2693651"/>
                  <a:pt x="3574357" y="2682517"/>
                </a:cubicBezTo>
                <a:cubicBezTo>
                  <a:pt x="3619525" y="2665312"/>
                  <a:pt x="3664255" y="2645832"/>
                  <a:pt x="3709425" y="2628625"/>
                </a:cubicBezTo>
                <a:cubicBezTo>
                  <a:pt x="3726611" y="2622047"/>
                  <a:pt x="3745340" y="2617491"/>
                  <a:pt x="3756357" y="2648866"/>
                </a:cubicBezTo>
                <a:cubicBezTo>
                  <a:pt x="3698847" y="2655446"/>
                  <a:pt x="3664475" y="2697951"/>
                  <a:pt x="3628340" y="2737926"/>
                </a:cubicBezTo>
                <a:cubicBezTo>
                  <a:pt x="3608067" y="2760445"/>
                  <a:pt x="3591541" y="2790554"/>
                  <a:pt x="3554967" y="2779169"/>
                </a:cubicBezTo>
                <a:cubicBezTo>
                  <a:pt x="3535796" y="2773097"/>
                  <a:pt x="3523678" y="2790046"/>
                  <a:pt x="3525662" y="2810794"/>
                </a:cubicBezTo>
                <a:cubicBezTo>
                  <a:pt x="3532932" y="2883915"/>
                  <a:pt x="3488203" y="2909469"/>
                  <a:pt x="3441932" y="2923637"/>
                </a:cubicBezTo>
                <a:cubicBezTo>
                  <a:pt x="3354236" y="2950204"/>
                  <a:pt x="3281303" y="3012697"/>
                  <a:pt x="3196032" y="3046854"/>
                </a:cubicBezTo>
                <a:cubicBezTo>
                  <a:pt x="3113184" y="3079999"/>
                  <a:pt x="3049065" y="3158685"/>
                  <a:pt x="2965998" y="3199927"/>
                </a:cubicBezTo>
                <a:cubicBezTo>
                  <a:pt x="2905843" y="3229783"/>
                  <a:pt x="2848335" y="3268239"/>
                  <a:pt x="2786418" y="3295311"/>
                </a:cubicBezTo>
                <a:cubicBezTo>
                  <a:pt x="2639894" y="3359324"/>
                  <a:pt x="2490503" y="3410685"/>
                  <a:pt x="2332519" y="3418022"/>
                </a:cubicBezTo>
                <a:cubicBezTo>
                  <a:pt x="2202077" y="3423842"/>
                  <a:pt x="1070633" y="3418277"/>
                  <a:pt x="611003" y="2585615"/>
                </a:cubicBezTo>
                <a:cubicBezTo>
                  <a:pt x="602189" y="2581565"/>
                  <a:pt x="592275" y="2570939"/>
                  <a:pt x="589190" y="2560818"/>
                </a:cubicBezTo>
                <a:cubicBezTo>
                  <a:pt x="574427" y="2513505"/>
                  <a:pt x="538291" y="2493011"/>
                  <a:pt x="505681" y="2467457"/>
                </a:cubicBezTo>
                <a:cubicBezTo>
                  <a:pt x="477036" y="2444939"/>
                  <a:pt x="446628" y="2421409"/>
                  <a:pt x="434730" y="2383456"/>
                </a:cubicBezTo>
                <a:cubicBezTo>
                  <a:pt x="419086" y="2332854"/>
                  <a:pt x="463594" y="2374348"/>
                  <a:pt x="471748" y="2355119"/>
                </a:cubicBezTo>
                <a:cubicBezTo>
                  <a:pt x="454782" y="2328807"/>
                  <a:pt x="428560" y="2304770"/>
                  <a:pt x="421730" y="2274915"/>
                </a:cubicBezTo>
                <a:cubicBezTo>
                  <a:pt x="396833" y="2167131"/>
                  <a:pt x="343069" y="2088698"/>
                  <a:pt x="262645" y="2027722"/>
                </a:cubicBezTo>
                <a:cubicBezTo>
                  <a:pt x="239509" y="2010264"/>
                  <a:pt x="224307" y="1978384"/>
                  <a:pt x="192799" y="1973326"/>
                </a:cubicBezTo>
                <a:cubicBezTo>
                  <a:pt x="122730" y="1962193"/>
                  <a:pt x="144764" y="1875156"/>
                  <a:pt x="107746" y="1836446"/>
                </a:cubicBezTo>
                <a:cubicBezTo>
                  <a:pt x="100695" y="1829107"/>
                  <a:pt x="94306" y="1814687"/>
                  <a:pt x="95627" y="1804821"/>
                </a:cubicBezTo>
                <a:cubicBezTo>
                  <a:pt x="97609" y="1790649"/>
                  <a:pt x="105983" y="1777240"/>
                  <a:pt x="113034" y="1764589"/>
                </a:cubicBezTo>
                <a:cubicBezTo>
                  <a:pt x="120306" y="1751939"/>
                  <a:pt x="131322" y="1740806"/>
                  <a:pt x="126034" y="1724108"/>
                </a:cubicBezTo>
                <a:cubicBezTo>
                  <a:pt x="123833" y="1717277"/>
                  <a:pt x="125373" y="1693494"/>
                  <a:pt x="109068" y="1712215"/>
                </a:cubicBezTo>
                <a:cubicBezTo>
                  <a:pt x="64340" y="1763578"/>
                  <a:pt x="38339" y="1715001"/>
                  <a:pt x="0" y="1691723"/>
                </a:cubicBezTo>
                <a:cubicBezTo>
                  <a:pt x="30848" y="1667686"/>
                  <a:pt x="58610" y="1650735"/>
                  <a:pt x="63238" y="1614808"/>
                </a:cubicBezTo>
                <a:cubicBezTo>
                  <a:pt x="72712" y="1540674"/>
                  <a:pt x="113253" y="1506772"/>
                  <a:pt x="174729" y="1500192"/>
                </a:cubicBezTo>
                <a:cubicBezTo>
                  <a:pt x="152034" y="1428591"/>
                  <a:pt x="152034" y="1428591"/>
                  <a:pt x="225408" y="1418722"/>
                </a:cubicBezTo>
                <a:cubicBezTo>
                  <a:pt x="197204" y="1373181"/>
                  <a:pt x="197204" y="1361542"/>
                  <a:pt x="231358" y="1345855"/>
                </a:cubicBezTo>
                <a:cubicBezTo>
                  <a:pt x="264188" y="1330927"/>
                  <a:pt x="300543" y="1325867"/>
                  <a:pt x="330952" y="1302844"/>
                </a:cubicBezTo>
                <a:cubicBezTo>
                  <a:pt x="302967" y="1244651"/>
                  <a:pt x="295035" y="1177097"/>
                  <a:pt x="237307" y="1148758"/>
                </a:cubicBezTo>
                <a:cubicBezTo>
                  <a:pt x="228273" y="1144458"/>
                  <a:pt x="222103" y="1127000"/>
                  <a:pt x="227831" y="1116880"/>
                </a:cubicBezTo>
                <a:cubicBezTo>
                  <a:pt x="248764" y="1080194"/>
                  <a:pt x="218798" y="1010614"/>
                  <a:pt x="284017" y="1002772"/>
                </a:cubicBezTo>
                <a:cubicBezTo>
                  <a:pt x="292171" y="1002013"/>
                  <a:pt x="299663" y="994421"/>
                  <a:pt x="293273" y="984554"/>
                </a:cubicBezTo>
                <a:cubicBezTo>
                  <a:pt x="271238" y="950145"/>
                  <a:pt x="297900" y="952421"/>
                  <a:pt x="313983" y="948120"/>
                </a:cubicBezTo>
                <a:cubicBezTo>
                  <a:pt x="333375" y="942809"/>
                  <a:pt x="355409" y="957988"/>
                  <a:pt x="373477" y="939265"/>
                </a:cubicBezTo>
                <a:cubicBezTo>
                  <a:pt x="369289" y="919530"/>
                  <a:pt x="353646" y="919783"/>
                  <a:pt x="342629" y="913458"/>
                </a:cubicBezTo>
                <a:cubicBezTo>
                  <a:pt x="310460" y="895240"/>
                  <a:pt x="284238" y="873483"/>
                  <a:pt x="282695" y="826169"/>
                </a:cubicBezTo>
                <a:cubicBezTo>
                  <a:pt x="281595" y="787964"/>
                  <a:pt x="278069" y="754314"/>
                  <a:pt x="322578" y="742675"/>
                </a:cubicBezTo>
                <a:cubicBezTo>
                  <a:pt x="341086" y="737866"/>
                  <a:pt x="335797" y="710289"/>
                  <a:pt x="325221" y="696626"/>
                </a:cubicBezTo>
                <a:cubicBezTo>
                  <a:pt x="306272" y="672338"/>
                  <a:pt x="290629" y="639953"/>
                  <a:pt x="258017" y="637675"/>
                </a:cubicBezTo>
                <a:cubicBezTo>
                  <a:pt x="238187" y="636158"/>
                  <a:pt x="222983" y="626035"/>
                  <a:pt x="207340" y="614398"/>
                </a:cubicBezTo>
                <a:cubicBezTo>
                  <a:pt x="196103" y="606047"/>
                  <a:pt x="182662" y="598964"/>
                  <a:pt x="183983" y="581001"/>
                </a:cubicBezTo>
                <a:cubicBezTo>
                  <a:pt x="185306" y="563795"/>
                  <a:pt x="198305" y="556711"/>
                  <a:pt x="211526" y="553169"/>
                </a:cubicBezTo>
                <a:cubicBezTo>
                  <a:pt x="255595" y="541784"/>
                  <a:pt x="297017" y="525085"/>
                  <a:pt x="333816" y="486880"/>
                </a:cubicBezTo>
                <a:cubicBezTo>
                  <a:pt x="309357" y="466639"/>
                  <a:pt x="286001" y="451964"/>
                  <a:pt x="267934" y="431469"/>
                </a:cubicBezTo>
                <a:cubicBezTo>
                  <a:pt x="224307" y="381881"/>
                  <a:pt x="593817" y="225772"/>
                  <a:pt x="612325" y="170108"/>
                </a:cubicBezTo>
                <a:cubicBezTo>
                  <a:pt x="618054" y="152904"/>
                  <a:pt x="637663" y="135194"/>
                  <a:pt x="653971" y="130133"/>
                </a:cubicBezTo>
                <a:cubicBezTo>
                  <a:pt x="730427" y="106350"/>
                  <a:pt x="796748" y="52963"/>
                  <a:pt x="874970" y="33228"/>
                </a:cubicBezTo>
                <a:cubicBezTo>
                  <a:pt x="911877" y="23867"/>
                  <a:pt x="948509" y="12925"/>
                  <a:pt x="986021" y="1223"/>
                </a:cubicBezTo>
                <a:close/>
              </a:path>
            </a:pathLst>
          </a:custGeom>
        </p:spPr>
      </p:pic>
      <p:sp>
        <p:nvSpPr>
          <p:cNvPr id="3" name="内容占位符 2">
            <a:extLst>
              <a:ext uri="{FF2B5EF4-FFF2-40B4-BE49-F238E27FC236}">
                <a16:creationId xmlns:a16="http://schemas.microsoft.com/office/drawing/2014/main" id="{DDED22A4-4B04-8463-90FE-8ACFB47EAC18}"/>
              </a:ext>
            </a:extLst>
          </p:cNvPr>
          <p:cNvSpPr>
            <a:spLocks noGrp="1"/>
          </p:cNvSpPr>
          <p:nvPr>
            <p:ph idx="1"/>
          </p:nvPr>
        </p:nvSpPr>
        <p:spPr>
          <a:xfrm>
            <a:off x="4406844" y="5021831"/>
            <a:ext cx="6946955" cy="1299943"/>
          </a:xfrm>
        </p:spPr>
        <p:txBody>
          <a:bodyPr>
            <a:normAutofit/>
          </a:bodyPr>
          <a:lstStyle/>
          <a:p>
            <a:pPr>
              <a:buFont typeface="Wingdings" panose="05000000000000000000" pitchFamily="2" charset="2"/>
              <a:buChar char="n"/>
            </a:pPr>
            <a:r>
              <a:rPr lang="en-US" altLang="zh-CN" sz="1600" dirty="0">
                <a:effectLst/>
                <a:latin typeface="Calibri" panose="020F0502020204030204" pitchFamily="34" charset="0"/>
                <a:cs typeface="Calibri" panose="020F0502020204030204" pitchFamily="34" charset="0"/>
              </a:rPr>
              <a:t>CABINET/WARDROBE </a:t>
            </a:r>
            <a:r>
              <a:rPr lang="en-US" altLang="zh-CN" sz="1600" dirty="0">
                <a:latin typeface="Calibri" panose="020F0502020204030204" pitchFamily="34" charset="0"/>
                <a:cs typeface="Calibri" panose="020F0502020204030204" pitchFamily="34" charset="0"/>
              </a:rPr>
              <a:t>:</a:t>
            </a:r>
            <a:r>
              <a:rPr lang="zh-CN" altLang="en-US" sz="1600" dirty="0">
                <a:latin typeface="Calibri" panose="020F0502020204030204" pitchFamily="34" charset="0"/>
                <a:cs typeface="Calibri" panose="020F0502020204030204" pitchFamily="34" charset="0"/>
              </a:rPr>
              <a:t> </a:t>
            </a:r>
            <a:r>
              <a:rPr lang="en-US" altLang="zh-CN" sz="1600" dirty="0">
                <a:latin typeface="Calibri" panose="020F0502020204030204" pitchFamily="34" charset="0"/>
                <a:cs typeface="Calibri" panose="020F0502020204030204" pitchFamily="34" charset="0"/>
              </a:rPr>
              <a:t>C</a:t>
            </a:r>
            <a:r>
              <a:rPr lang="en-US" altLang="zh-CN" sz="1600" dirty="0">
                <a:effectLst/>
                <a:latin typeface="Calibri" panose="020F0502020204030204" pitchFamily="34" charset="0"/>
                <a:cs typeface="Calibri" panose="020F0502020204030204" pitchFamily="34" charset="0"/>
              </a:rPr>
              <a:t>ompress </a:t>
            </a:r>
            <a:r>
              <a:rPr lang="en-US" altLang="zh-CN" sz="1600" dirty="0">
                <a:latin typeface="Calibri" panose="020F0502020204030204" pitchFamily="34" charset="0"/>
                <a:cs typeface="Calibri" panose="020F0502020204030204" pitchFamily="34" charset="0"/>
              </a:rPr>
              <a:t>B</a:t>
            </a:r>
            <a:r>
              <a:rPr lang="en-US" altLang="zh-CN" sz="1600" dirty="0">
                <a:effectLst/>
                <a:latin typeface="Calibri" panose="020F0502020204030204" pitchFamily="34" charset="0"/>
                <a:cs typeface="Calibri" panose="020F0502020204030204" pitchFamily="34" charset="0"/>
              </a:rPr>
              <a:t>oard, Plywood, OSB</a:t>
            </a:r>
          </a:p>
          <a:p>
            <a:pPr>
              <a:buFont typeface="Wingdings" panose="05000000000000000000" pitchFamily="2" charset="2"/>
              <a:buChar char="n"/>
            </a:pPr>
            <a:r>
              <a:rPr lang="en-US" altLang="zh-CN" sz="1600" dirty="0">
                <a:effectLst/>
                <a:latin typeface="Calibri" panose="020F0502020204030204" pitchFamily="34" charset="0"/>
                <a:cs typeface="Calibri" panose="020F0502020204030204" pitchFamily="34" charset="0"/>
              </a:rPr>
              <a:t>FLOORING</a:t>
            </a:r>
            <a:r>
              <a:rPr lang="en-US" altLang="zh-CN" sz="1600" dirty="0">
                <a:latin typeface="Calibri" panose="020F0502020204030204" pitchFamily="34" charset="0"/>
                <a:cs typeface="Calibri" panose="020F0502020204030204" pitchFamily="34" charset="0"/>
              </a:rPr>
              <a:t>:</a:t>
            </a:r>
            <a:r>
              <a:rPr lang="zh-CN" altLang="en-US" sz="1600" dirty="0">
                <a:latin typeface="Calibri" panose="020F0502020204030204" pitchFamily="34" charset="0"/>
                <a:cs typeface="Calibri" panose="020F0502020204030204" pitchFamily="34" charset="0"/>
              </a:rPr>
              <a:t> </a:t>
            </a:r>
            <a:r>
              <a:rPr lang="en-US" altLang="zh-CN" sz="1600" dirty="0">
                <a:effectLst/>
                <a:latin typeface="Calibri" panose="020F0502020204030204" pitchFamily="34" charset="0"/>
                <a:cs typeface="Calibri" panose="020F0502020204030204" pitchFamily="34" charset="0"/>
              </a:rPr>
              <a:t>VINYL/SPC FLOORING</a:t>
            </a:r>
          </a:p>
          <a:p>
            <a:pPr>
              <a:buFont typeface="Wingdings" panose="05000000000000000000" pitchFamily="2" charset="2"/>
              <a:buChar char="n"/>
            </a:pPr>
            <a:r>
              <a:rPr lang="en-US" altLang="zh-CN" sz="1600" dirty="0">
                <a:effectLst/>
                <a:latin typeface="Calibri" panose="020F0502020204030204" pitchFamily="34" charset="0"/>
                <a:cs typeface="Calibri" panose="020F0502020204030204" pitchFamily="34" charset="0"/>
              </a:rPr>
              <a:t>WALL PANEL</a:t>
            </a:r>
            <a:r>
              <a:rPr lang="en-US" altLang="zh-CN" sz="1600" dirty="0">
                <a:latin typeface="Calibri" panose="020F0502020204030204" pitchFamily="34" charset="0"/>
                <a:cs typeface="Calibri" panose="020F0502020204030204" pitchFamily="34" charset="0"/>
              </a:rPr>
              <a:t>:</a:t>
            </a:r>
            <a:r>
              <a:rPr lang="zh-CN" altLang="en-US" sz="1600" dirty="0">
                <a:latin typeface="Calibri" panose="020F0502020204030204" pitchFamily="34" charset="0"/>
                <a:cs typeface="Calibri" panose="020F0502020204030204" pitchFamily="34" charset="0"/>
              </a:rPr>
              <a:t> </a:t>
            </a:r>
            <a:r>
              <a:rPr lang="en-US" altLang="zh-CN" sz="1600" dirty="0">
                <a:effectLst/>
                <a:latin typeface="Calibri" panose="020F0502020204030204" pitchFamily="34" charset="0"/>
                <a:cs typeface="Calibri" panose="020F0502020204030204" pitchFamily="34" charset="0"/>
              </a:rPr>
              <a:t>PVC WALL PANEL</a:t>
            </a:r>
          </a:p>
        </p:txBody>
      </p:sp>
      <p:pic>
        <p:nvPicPr>
          <p:cNvPr id="5" name="图片 4" descr="箭头&#10;&#10;低可信度描述已自动生成">
            <a:extLst>
              <a:ext uri="{FF2B5EF4-FFF2-40B4-BE49-F238E27FC236}">
                <a16:creationId xmlns:a16="http://schemas.microsoft.com/office/drawing/2014/main" id="{7C5C0BC4-33AB-DAA6-5D59-A3F752127B40}"/>
              </a:ext>
            </a:extLst>
          </p:cNvPr>
          <p:cNvPicPr>
            <a:picLocks noChangeAspect="1"/>
          </p:cNvPicPr>
          <p:nvPr/>
        </p:nvPicPr>
        <p:blipFill>
          <a:blip r:embed="rId3">
            <a:extLst>
              <a:ext uri="{28A0092B-C50C-407E-A947-70E740481C1C}">
                <a14:useLocalDpi xmlns:a14="http://schemas.microsoft.com/office/drawing/2010/main" val="0"/>
              </a:ext>
            </a:extLst>
          </a:blip>
          <a:srcRect l="23434" r="3" b="3"/>
          <a:stretch/>
        </p:blipFill>
        <p:spPr>
          <a:xfrm>
            <a:off x="20" y="277472"/>
            <a:ext cx="4552718" cy="5946218"/>
          </a:xfrm>
          <a:custGeom>
            <a:avLst/>
            <a:gdLst/>
            <a:ahLst/>
            <a:cxnLst/>
            <a:rect l="l" t="t" r="r" b="b"/>
            <a:pathLst>
              <a:path w="4552738" h="5946218">
                <a:moveTo>
                  <a:pt x="0" y="0"/>
                </a:moveTo>
                <a:lnTo>
                  <a:pt x="193217" y="10418"/>
                </a:lnTo>
                <a:cubicBezTo>
                  <a:pt x="612089" y="35802"/>
                  <a:pt x="1030148" y="71660"/>
                  <a:pt x="1446580" y="128061"/>
                </a:cubicBezTo>
                <a:cubicBezTo>
                  <a:pt x="1735723" y="167547"/>
                  <a:pt x="2027715" y="194943"/>
                  <a:pt x="2320927" y="163517"/>
                </a:cubicBezTo>
                <a:cubicBezTo>
                  <a:pt x="2335563" y="161905"/>
                  <a:pt x="2352239" y="156669"/>
                  <a:pt x="2364438" y="161905"/>
                </a:cubicBezTo>
                <a:cubicBezTo>
                  <a:pt x="2506776" y="220729"/>
                  <a:pt x="2662121" y="178424"/>
                  <a:pt x="2809744" y="215490"/>
                </a:cubicBezTo>
                <a:cubicBezTo>
                  <a:pt x="2771925" y="358517"/>
                  <a:pt x="2609662" y="346832"/>
                  <a:pt x="2518162" y="445944"/>
                </a:cubicBezTo>
                <a:cubicBezTo>
                  <a:pt x="2667409" y="485424"/>
                  <a:pt x="2801610" y="525312"/>
                  <a:pt x="2937846" y="555124"/>
                </a:cubicBezTo>
                <a:cubicBezTo>
                  <a:pt x="3082216" y="586550"/>
                  <a:pt x="3204622" y="671561"/>
                  <a:pt x="3345734" y="709433"/>
                </a:cubicBezTo>
                <a:cubicBezTo>
                  <a:pt x="3375832" y="717492"/>
                  <a:pt x="3412025" y="745693"/>
                  <a:pt x="3422598" y="773089"/>
                </a:cubicBezTo>
                <a:cubicBezTo>
                  <a:pt x="3456757" y="861726"/>
                  <a:pt x="4138745" y="1110310"/>
                  <a:pt x="4058225" y="1189273"/>
                </a:cubicBezTo>
                <a:cubicBezTo>
                  <a:pt x="4024878" y="1221909"/>
                  <a:pt x="3981773" y="1245276"/>
                  <a:pt x="3936629" y="1277508"/>
                </a:cubicBezTo>
                <a:cubicBezTo>
                  <a:pt x="4004547" y="1338344"/>
                  <a:pt x="4080998" y="1364935"/>
                  <a:pt x="4162334" y="1383065"/>
                </a:cubicBezTo>
                <a:cubicBezTo>
                  <a:pt x="4186736" y="1388705"/>
                  <a:pt x="4210728" y="1399986"/>
                  <a:pt x="4213168" y="1427383"/>
                </a:cubicBezTo>
                <a:cubicBezTo>
                  <a:pt x="4215607" y="1455987"/>
                  <a:pt x="4190800" y="1467266"/>
                  <a:pt x="4170061" y="1480564"/>
                </a:cubicBezTo>
                <a:cubicBezTo>
                  <a:pt x="4141188" y="1499095"/>
                  <a:pt x="4113127" y="1515214"/>
                  <a:pt x="4076527" y="1517630"/>
                </a:cubicBezTo>
                <a:cubicBezTo>
                  <a:pt x="4016337" y="1521257"/>
                  <a:pt x="3987466" y="1572826"/>
                  <a:pt x="3952493" y="1611502"/>
                </a:cubicBezTo>
                <a:cubicBezTo>
                  <a:pt x="3932973" y="1633259"/>
                  <a:pt x="3923211" y="1677172"/>
                  <a:pt x="3957370" y="1684828"/>
                </a:cubicBezTo>
                <a:cubicBezTo>
                  <a:pt x="4039518" y="1703363"/>
                  <a:pt x="4033011" y="1756946"/>
                  <a:pt x="4030981" y="1817782"/>
                </a:cubicBezTo>
                <a:cubicBezTo>
                  <a:pt x="4028133" y="1893124"/>
                  <a:pt x="3979737" y="1927770"/>
                  <a:pt x="3920363" y="1956780"/>
                </a:cubicBezTo>
                <a:cubicBezTo>
                  <a:pt x="3900029" y="1966851"/>
                  <a:pt x="3871158" y="1966449"/>
                  <a:pt x="3863429" y="1997874"/>
                </a:cubicBezTo>
                <a:cubicBezTo>
                  <a:pt x="3896777" y="2027688"/>
                  <a:pt x="3937444" y="2003517"/>
                  <a:pt x="3973233" y="2011975"/>
                </a:cubicBezTo>
                <a:cubicBezTo>
                  <a:pt x="4002918" y="2018824"/>
                  <a:pt x="4052127" y="2015199"/>
                  <a:pt x="4011458" y="2069991"/>
                </a:cubicBezTo>
                <a:cubicBezTo>
                  <a:pt x="3999664" y="2085704"/>
                  <a:pt x="4013491" y="2097792"/>
                  <a:pt x="4028540" y="2099000"/>
                </a:cubicBezTo>
                <a:cubicBezTo>
                  <a:pt x="4148913" y="2111489"/>
                  <a:pt x="4093606" y="2222285"/>
                  <a:pt x="4132241" y="2280703"/>
                </a:cubicBezTo>
                <a:cubicBezTo>
                  <a:pt x="4142812" y="2296818"/>
                  <a:pt x="4131425" y="2324618"/>
                  <a:pt x="4114752" y="2331466"/>
                </a:cubicBezTo>
                <a:cubicBezTo>
                  <a:pt x="4008205" y="2376592"/>
                  <a:pt x="3993565" y="2484163"/>
                  <a:pt x="3941916" y="2576828"/>
                </a:cubicBezTo>
                <a:cubicBezTo>
                  <a:pt x="3998039" y="2613488"/>
                  <a:pt x="4065138" y="2621547"/>
                  <a:pt x="4125732" y="2645318"/>
                </a:cubicBezTo>
                <a:cubicBezTo>
                  <a:pt x="4188768" y="2670298"/>
                  <a:pt x="4188768" y="2688831"/>
                  <a:pt x="4136714" y="2761349"/>
                </a:cubicBezTo>
                <a:cubicBezTo>
                  <a:pt x="4272135" y="2777064"/>
                  <a:pt x="4272135" y="2777064"/>
                  <a:pt x="4230249" y="2891080"/>
                </a:cubicBezTo>
                <a:cubicBezTo>
                  <a:pt x="4343713" y="2901557"/>
                  <a:pt x="4418537" y="2955542"/>
                  <a:pt x="4436023" y="3073591"/>
                </a:cubicBezTo>
                <a:cubicBezTo>
                  <a:pt x="4444564" y="3130800"/>
                  <a:pt x="4495804" y="3157792"/>
                  <a:pt x="4552738" y="3196068"/>
                </a:cubicBezTo>
                <a:cubicBezTo>
                  <a:pt x="4481978" y="3233136"/>
                  <a:pt x="4433989" y="3310489"/>
                  <a:pt x="4351436" y="3228700"/>
                </a:cubicBezTo>
                <a:cubicBezTo>
                  <a:pt x="4321344" y="3198888"/>
                  <a:pt x="4324186" y="3236761"/>
                  <a:pt x="4320122" y="3247637"/>
                </a:cubicBezTo>
                <a:cubicBezTo>
                  <a:pt x="4310364" y="3274227"/>
                  <a:pt x="4330695" y="3291956"/>
                  <a:pt x="4344116" y="3312099"/>
                </a:cubicBezTo>
                <a:cubicBezTo>
                  <a:pt x="4357130" y="3332244"/>
                  <a:pt x="4372586" y="3353596"/>
                  <a:pt x="4376244" y="3376163"/>
                </a:cubicBezTo>
                <a:cubicBezTo>
                  <a:pt x="4378682" y="3391874"/>
                  <a:pt x="4366890" y="3414835"/>
                  <a:pt x="4353877" y="3426522"/>
                </a:cubicBezTo>
                <a:cubicBezTo>
                  <a:pt x="4285554" y="3488163"/>
                  <a:pt x="4326221" y="3626757"/>
                  <a:pt x="4196898" y="3644486"/>
                </a:cubicBezTo>
                <a:cubicBezTo>
                  <a:pt x="4138745" y="3652541"/>
                  <a:pt x="4110687" y="3703306"/>
                  <a:pt x="4067986" y="3731106"/>
                </a:cubicBezTo>
                <a:cubicBezTo>
                  <a:pt x="3919551" y="3828201"/>
                  <a:pt x="3820322" y="3953097"/>
                  <a:pt x="3774370" y="4124729"/>
                </a:cubicBezTo>
                <a:cubicBezTo>
                  <a:pt x="3761764" y="4172269"/>
                  <a:pt x="3713368" y="4210546"/>
                  <a:pt x="3682054" y="4252444"/>
                </a:cubicBezTo>
                <a:cubicBezTo>
                  <a:pt x="3697103" y="4283064"/>
                  <a:pt x="3779250" y="4216990"/>
                  <a:pt x="3750377" y="4297567"/>
                </a:cubicBezTo>
                <a:cubicBezTo>
                  <a:pt x="3728417" y="4358002"/>
                  <a:pt x="3672294" y="4395470"/>
                  <a:pt x="3619425" y="4431328"/>
                </a:cubicBezTo>
                <a:cubicBezTo>
                  <a:pt x="3559239" y="4472019"/>
                  <a:pt x="3492545" y="4504653"/>
                  <a:pt x="3465296" y="4579993"/>
                </a:cubicBezTo>
                <a:cubicBezTo>
                  <a:pt x="3459603" y="4596110"/>
                  <a:pt x="3441305" y="4613031"/>
                  <a:pt x="3425038" y="4619479"/>
                </a:cubicBezTo>
                <a:cubicBezTo>
                  <a:pt x="2576720" y="5945389"/>
                  <a:pt x="488463" y="5954251"/>
                  <a:pt x="247714" y="5944983"/>
                </a:cubicBezTo>
                <a:cubicBezTo>
                  <a:pt x="174818" y="5942062"/>
                  <a:pt x="102913" y="5934760"/>
                  <a:pt x="31834" y="5923857"/>
                </a:cubicBezTo>
                <a:lnTo>
                  <a:pt x="0" y="5917408"/>
                </a:lnTo>
                <a:close/>
              </a:path>
            </a:pathLst>
          </a:custGeom>
        </p:spPr>
      </p:pic>
      <p:pic>
        <p:nvPicPr>
          <p:cNvPr id="7" name="图片 6" descr="商店的玻璃门&#10;&#10;中度可信度描述已自动生成">
            <a:extLst>
              <a:ext uri="{FF2B5EF4-FFF2-40B4-BE49-F238E27FC236}">
                <a16:creationId xmlns:a16="http://schemas.microsoft.com/office/drawing/2014/main" id="{AC87CCD6-6667-6A2D-60F4-56B93A8EB8F5}"/>
              </a:ext>
            </a:extLst>
          </p:cNvPr>
          <p:cNvPicPr>
            <a:picLocks noChangeAspect="1"/>
          </p:cNvPicPr>
          <p:nvPr/>
        </p:nvPicPr>
        <p:blipFill>
          <a:blip r:embed="rId4">
            <a:extLst>
              <a:ext uri="{28A0092B-C50C-407E-A947-70E740481C1C}">
                <a14:useLocalDpi xmlns:a14="http://schemas.microsoft.com/office/drawing/2010/main" val="0"/>
              </a:ext>
            </a:extLst>
          </a:blip>
          <a:srcRect l="8503" r="9004" b="-4"/>
          <a:stretch/>
        </p:blipFill>
        <p:spPr>
          <a:xfrm>
            <a:off x="8653074" y="-2"/>
            <a:ext cx="3538926" cy="4290182"/>
          </a:xfrm>
          <a:custGeom>
            <a:avLst/>
            <a:gdLst/>
            <a:ahLst/>
            <a:cxnLst/>
            <a:rect l="l" t="t" r="r" b="b"/>
            <a:pathLst>
              <a:path w="3538926" h="4290182">
                <a:moveTo>
                  <a:pt x="1370437" y="0"/>
                </a:moveTo>
                <a:lnTo>
                  <a:pt x="3538926" y="0"/>
                </a:lnTo>
                <a:lnTo>
                  <a:pt x="3538926" y="4256362"/>
                </a:lnTo>
                <a:lnTo>
                  <a:pt x="3455334" y="4273195"/>
                </a:lnTo>
                <a:cubicBezTo>
                  <a:pt x="3401009" y="4281478"/>
                  <a:pt x="3346052" y="4287025"/>
                  <a:pt x="3290337" y="4289244"/>
                </a:cubicBezTo>
                <a:cubicBezTo>
                  <a:pt x="3106332" y="4296285"/>
                  <a:pt x="1510274" y="4289552"/>
                  <a:pt x="861903" y="3282295"/>
                </a:cubicBezTo>
                <a:cubicBezTo>
                  <a:pt x="849470" y="3277397"/>
                  <a:pt x="835485" y="3264542"/>
                  <a:pt x="831133" y="3252299"/>
                </a:cubicBezTo>
                <a:cubicBezTo>
                  <a:pt x="810307" y="3195065"/>
                  <a:pt x="759333" y="3170274"/>
                  <a:pt x="713332" y="3139362"/>
                </a:cubicBezTo>
                <a:cubicBezTo>
                  <a:pt x="672925" y="3112122"/>
                  <a:pt x="630030" y="3083658"/>
                  <a:pt x="613246" y="3037747"/>
                </a:cubicBezTo>
                <a:cubicBezTo>
                  <a:pt x="591178" y="2976535"/>
                  <a:pt x="653963" y="3026730"/>
                  <a:pt x="665465" y="3003469"/>
                </a:cubicBezTo>
                <a:cubicBezTo>
                  <a:pt x="641532" y="2971640"/>
                  <a:pt x="604543" y="2942562"/>
                  <a:pt x="594908" y="2906447"/>
                </a:cubicBezTo>
                <a:cubicBezTo>
                  <a:pt x="559787" y="2776063"/>
                  <a:pt x="483946" y="2681183"/>
                  <a:pt x="370497" y="2607422"/>
                </a:cubicBezTo>
                <a:cubicBezTo>
                  <a:pt x="337860" y="2586304"/>
                  <a:pt x="316415" y="2547739"/>
                  <a:pt x="271969" y="2541620"/>
                </a:cubicBezTo>
                <a:cubicBezTo>
                  <a:pt x="173127" y="2528152"/>
                  <a:pt x="204209" y="2422866"/>
                  <a:pt x="151990" y="2376038"/>
                </a:cubicBezTo>
                <a:cubicBezTo>
                  <a:pt x="142044" y="2367161"/>
                  <a:pt x="133031" y="2349717"/>
                  <a:pt x="134895" y="2337782"/>
                </a:cubicBezTo>
                <a:cubicBezTo>
                  <a:pt x="137691" y="2320639"/>
                  <a:pt x="149504" y="2304419"/>
                  <a:pt x="159450" y="2289115"/>
                </a:cubicBezTo>
                <a:cubicBezTo>
                  <a:pt x="169707" y="2273813"/>
                  <a:pt x="185247" y="2260344"/>
                  <a:pt x="177788" y="2240145"/>
                </a:cubicBezTo>
                <a:cubicBezTo>
                  <a:pt x="174683" y="2231882"/>
                  <a:pt x="176855" y="2203112"/>
                  <a:pt x="153855" y="2225759"/>
                </a:cubicBezTo>
                <a:cubicBezTo>
                  <a:pt x="90759" y="2287892"/>
                  <a:pt x="54081" y="2229129"/>
                  <a:pt x="0" y="2200970"/>
                </a:cubicBezTo>
                <a:cubicBezTo>
                  <a:pt x="43514" y="2171892"/>
                  <a:pt x="82677" y="2151388"/>
                  <a:pt x="89205" y="2107927"/>
                </a:cubicBezTo>
                <a:cubicBezTo>
                  <a:pt x="102570" y="2018249"/>
                  <a:pt x="159758" y="1977237"/>
                  <a:pt x="246479" y="1969279"/>
                </a:cubicBezTo>
                <a:cubicBezTo>
                  <a:pt x="214465" y="1882663"/>
                  <a:pt x="214465" y="1882663"/>
                  <a:pt x="317968" y="1870725"/>
                </a:cubicBezTo>
                <a:cubicBezTo>
                  <a:pt x="278183" y="1815635"/>
                  <a:pt x="278183" y="1801556"/>
                  <a:pt x="326361" y="1782580"/>
                </a:cubicBezTo>
                <a:cubicBezTo>
                  <a:pt x="372673" y="1764521"/>
                  <a:pt x="423957" y="1758400"/>
                  <a:pt x="466852" y="1730550"/>
                </a:cubicBezTo>
                <a:cubicBezTo>
                  <a:pt x="427377" y="1660155"/>
                  <a:pt x="416187" y="1578436"/>
                  <a:pt x="334753" y="1544155"/>
                </a:cubicBezTo>
                <a:cubicBezTo>
                  <a:pt x="322010" y="1538952"/>
                  <a:pt x="313307" y="1517834"/>
                  <a:pt x="321386" y="1505592"/>
                </a:cubicBezTo>
                <a:cubicBezTo>
                  <a:pt x="350915" y="1461214"/>
                  <a:pt x="308644" y="1377045"/>
                  <a:pt x="400645" y="1367557"/>
                </a:cubicBezTo>
                <a:cubicBezTo>
                  <a:pt x="412147" y="1366640"/>
                  <a:pt x="422716" y="1357456"/>
                  <a:pt x="413701" y="1345520"/>
                </a:cubicBezTo>
                <a:cubicBezTo>
                  <a:pt x="382618" y="1303896"/>
                  <a:pt x="420228" y="1306649"/>
                  <a:pt x="442916" y="1301447"/>
                </a:cubicBezTo>
                <a:cubicBezTo>
                  <a:pt x="470270" y="1295021"/>
                  <a:pt x="501352" y="1313384"/>
                  <a:pt x="526840" y="1290735"/>
                </a:cubicBezTo>
                <a:cubicBezTo>
                  <a:pt x="520932" y="1266862"/>
                  <a:pt x="498866" y="1267167"/>
                  <a:pt x="483325" y="1259517"/>
                </a:cubicBezTo>
                <a:cubicBezTo>
                  <a:pt x="437945" y="1237479"/>
                  <a:pt x="400956" y="1211159"/>
                  <a:pt x="398780" y="1153924"/>
                </a:cubicBezTo>
                <a:cubicBezTo>
                  <a:pt x="397228" y="1107708"/>
                  <a:pt x="392254" y="1067003"/>
                  <a:pt x="455041" y="1052922"/>
                </a:cubicBezTo>
                <a:cubicBezTo>
                  <a:pt x="481149" y="1047106"/>
                  <a:pt x="473687" y="1013747"/>
                  <a:pt x="458768" y="997218"/>
                </a:cubicBezTo>
                <a:cubicBezTo>
                  <a:pt x="432038" y="967837"/>
                  <a:pt x="409972" y="928661"/>
                  <a:pt x="363968" y="925907"/>
                </a:cubicBezTo>
                <a:cubicBezTo>
                  <a:pt x="335995" y="924071"/>
                  <a:pt x="314548" y="911826"/>
                  <a:pt x="292481" y="897749"/>
                </a:cubicBezTo>
                <a:cubicBezTo>
                  <a:pt x="276630" y="887646"/>
                  <a:pt x="257670" y="879078"/>
                  <a:pt x="259533" y="857348"/>
                </a:cubicBezTo>
                <a:cubicBezTo>
                  <a:pt x="261399" y="836535"/>
                  <a:pt x="279736" y="827966"/>
                  <a:pt x="298387" y="823681"/>
                </a:cubicBezTo>
                <a:cubicBezTo>
                  <a:pt x="360552" y="809909"/>
                  <a:pt x="418983" y="789708"/>
                  <a:pt x="470893" y="743493"/>
                </a:cubicBezTo>
                <a:cubicBezTo>
                  <a:pt x="436390" y="719007"/>
                  <a:pt x="403444" y="701256"/>
                  <a:pt x="377957" y="676463"/>
                </a:cubicBezTo>
                <a:cubicBezTo>
                  <a:pt x="316415" y="616477"/>
                  <a:pt x="837660" y="427634"/>
                  <a:pt x="863768" y="360299"/>
                </a:cubicBezTo>
                <a:cubicBezTo>
                  <a:pt x="871849" y="339488"/>
                  <a:pt x="899511" y="318064"/>
                  <a:pt x="922515" y="311942"/>
                </a:cubicBezTo>
                <a:cubicBezTo>
                  <a:pt x="1030367" y="283171"/>
                  <a:pt x="1123922" y="218591"/>
                  <a:pt x="1234265" y="194718"/>
                </a:cubicBezTo>
                <a:cubicBezTo>
                  <a:pt x="1338390" y="172070"/>
                  <a:pt x="1440960" y="141768"/>
                  <a:pt x="1555030" y="111776"/>
                </a:cubicBezTo>
                <a:cubicBezTo>
                  <a:pt x="1520063" y="74130"/>
                  <a:pt x="1471575" y="57526"/>
                  <a:pt x="1428216" y="36752"/>
                </a:cubicBezTo>
                <a:close/>
              </a:path>
            </a:pathLst>
          </a:custGeom>
        </p:spPr>
      </p:pic>
    </p:spTree>
    <p:extLst>
      <p:ext uri="{BB962C8B-B14F-4D97-AF65-F5344CB8AC3E}">
        <p14:creationId xmlns:p14="http://schemas.microsoft.com/office/powerpoint/2010/main" val="392755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D13F454B-7CC1-D4A1-CD7F-31DE5159E3A5}"/>
              </a:ext>
            </a:extLst>
          </p:cNvPr>
          <p:cNvSpPr>
            <a:spLocks noGrp="1"/>
          </p:cNvSpPr>
          <p:nvPr>
            <p:ph type="title"/>
          </p:nvPr>
        </p:nvSpPr>
        <p:spPr>
          <a:xfrm>
            <a:off x="1136397" y="502020"/>
            <a:ext cx="5323715" cy="1642970"/>
          </a:xfrm>
        </p:spPr>
        <p:txBody>
          <a:bodyPr anchor="b">
            <a:normAutofit/>
          </a:bodyPr>
          <a:lstStyle/>
          <a:p>
            <a:r>
              <a:rPr lang="en-US" altLang="zh-CN" sz="3600" dirty="0">
                <a:latin typeface="Calibri" panose="020F0502020204030204" pitchFamily="34" charset="0"/>
                <a:cs typeface="Calibri" panose="020F0502020204030204" pitchFamily="34" charset="0"/>
              </a:rPr>
              <a:t>Introduction to raw material boards</a:t>
            </a:r>
            <a:endParaRPr lang="zh-CN" altLang="en-US" sz="3600" dirty="0">
              <a:latin typeface="Calibri" panose="020F0502020204030204" pitchFamily="34" charset="0"/>
              <a:cs typeface="Calibri" panose="020F0502020204030204" pitchFamily="34" charset="0"/>
            </a:endParaRPr>
          </a:p>
        </p:txBody>
      </p:sp>
      <p:sp>
        <p:nvSpPr>
          <p:cNvPr id="3" name="内容占位符 2">
            <a:extLst>
              <a:ext uri="{FF2B5EF4-FFF2-40B4-BE49-F238E27FC236}">
                <a16:creationId xmlns:a16="http://schemas.microsoft.com/office/drawing/2014/main" id="{0B0DE765-D42E-01A2-EC2B-C030314C60B1}"/>
              </a:ext>
            </a:extLst>
          </p:cNvPr>
          <p:cNvSpPr>
            <a:spLocks noGrp="1"/>
          </p:cNvSpPr>
          <p:nvPr>
            <p:ph idx="1"/>
          </p:nvPr>
        </p:nvSpPr>
        <p:spPr>
          <a:xfrm>
            <a:off x="1144923" y="2405894"/>
            <a:ext cx="5315189" cy="3535083"/>
          </a:xfrm>
        </p:spPr>
        <p:txBody>
          <a:bodyPr anchor="t">
            <a:normAutofit/>
          </a:bodyPr>
          <a:lstStyle/>
          <a:p>
            <a:r>
              <a:rPr lang="en-US" altLang="zh-CN" sz="1800" dirty="0">
                <a:latin typeface="Calibri" panose="020F0502020204030204" pitchFamily="34" charset="0"/>
                <a:cs typeface="Calibri" panose="020F0502020204030204" pitchFamily="34" charset="0"/>
              </a:rPr>
              <a:t>Material Types: </a:t>
            </a:r>
          </a:p>
          <a:p>
            <a:pPr marL="0" indent="0">
              <a:buNone/>
            </a:pPr>
            <a:r>
              <a:rPr lang="en-US" altLang="zh-CN" sz="1800" dirty="0">
                <a:latin typeface="Calibri" panose="020F0502020204030204" pitchFamily="34" charset="0"/>
                <a:cs typeface="Calibri" panose="020F0502020204030204" pitchFamily="34" charset="0"/>
              </a:rPr>
              <a:t>    -C</a:t>
            </a:r>
            <a:r>
              <a:rPr lang="en-US" altLang="zh-CN" sz="1800" dirty="0">
                <a:effectLst/>
                <a:latin typeface="Calibri" panose="020F0502020204030204" pitchFamily="34" charset="0"/>
                <a:cs typeface="Calibri" panose="020F0502020204030204" pitchFamily="34" charset="0"/>
              </a:rPr>
              <a:t>ompress </a:t>
            </a:r>
            <a:r>
              <a:rPr lang="en-US" altLang="zh-CN" sz="1800" dirty="0">
                <a:latin typeface="Calibri" panose="020F0502020204030204" pitchFamily="34" charset="0"/>
                <a:cs typeface="Calibri" panose="020F0502020204030204" pitchFamily="34" charset="0"/>
              </a:rPr>
              <a:t>B</a:t>
            </a:r>
            <a:r>
              <a:rPr lang="en-US" altLang="zh-CN" sz="1800" dirty="0">
                <a:effectLst/>
                <a:latin typeface="Calibri" panose="020F0502020204030204" pitchFamily="34" charset="0"/>
                <a:cs typeface="Calibri" panose="020F0502020204030204" pitchFamily="34" charset="0"/>
              </a:rPr>
              <a:t>oard</a:t>
            </a:r>
            <a:r>
              <a:rPr lang="en-US" altLang="zh-CN" sz="1800" dirty="0">
                <a:latin typeface="Calibri" panose="020F0502020204030204" pitchFamily="34" charset="0"/>
                <a:cs typeface="Calibri" panose="020F0502020204030204" pitchFamily="34" charset="0"/>
              </a:rPr>
              <a:t>, </a:t>
            </a:r>
          </a:p>
          <a:p>
            <a:pPr marL="0" indent="0">
              <a:buNone/>
            </a:pPr>
            <a:r>
              <a:rPr lang="en-US" altLang="zh-CN" sz="1800" dirty="0">
                <a:latin typeface="Calibri" panose="020F0502020204030204" pitchFamily="34" charset="0"/>
                <a:cs typeface="Calibri" panose="020F0502020204030204" pitchFamily="34" charset="0"/>
              </a:rPr>
              <a:t>    -OSB (ordinary/imported), </a:t>
            </a:r>
          </a:p>
          <a:p>
            <a:pPr marL="0" indent="0">
              <a:buNone/>
            </a:pPr>
            <a:r>
              <a:rPr lang="en-US" altLang="zh-CN" sz="1800" dirty="0">
                <a:latin typeface="Calibri" panose="020F0502020204030204" pitchFamily="34" charset="0"/>
                <a:cs typeface="Calibri" panose="020F0502020204030204" pitchFamily="34" charset="0"/>
              </a:rPr>
              <a:t>    -Plywood(multi-layer) board</a:t>
            </a:r>
          </a:p>
          <a:p>
            <a:r>
              <a:rPr lang="en-US" altLang="zh-CN" sz="1800" dirty="0">
                <a:latin typeface="Calibri" panose="020F0502020204030204" pitchFamily="34" charset="0"/>
                <a:cs typeface="Calibri" panose="020F0502020204030204" pitchFamily="34" charset="0"/>
              </a:rPr>
              <a:t>Maximum Door Height (mm): 2700</a:t>
            </a:r>
          </a:p>
          <a:p>
            <a:r>
              <a:rPr lang="en-US" altLang="zh-CN" sz="1800" dirty="0">
                <a:latin typeface="Calibri" panose="020F0502020204030204" pitchFamily="34" charset="0"/>
                <a:cs typeface="Calibri" panose="020F0502020204030204" pitchFamily="34" charset="0"/>
              </a:rPr>
              <a:t>Board thickness (mm): 9, 12, 18, 22, 25</a:t>
            </a:r>
          </a:p>
          <a:p>
            <a:r>
              <a:rPr lang="en-US" altLang="zh-CN" sz="1800" dirty="0">
                <a:latin typeface="Calibri" panose="020F0502020204030204" pitchFamily="34" charset="0"/>
                <a:cs typeface="Calibri" panose="020F0502020204030204" pitchFamily="34" charset="0"/>
              </a:rPr>
              <a:t>Surface treatment: PET, Double veneer and baking paint process</a:t>
            </a:r>
          </a:p>
          <a:p>
            <a:r>
              <a:rPr lang="en-US" altLang="zh-CN" sz="1800" dirty="0">
                <a:latin typeface="Calibri" panose="020F0502020204030204" pitchFamily="34" charset="0"/>
                <a:cs typeface="Calibri" panose="020F0502020204030204" pitchFamily="34" charset="0"/>
              </a:rPr>
              <a:t>Process Tech: Arcs, Grilles, Various door shapes (special door shapes can only use density boards)</a:t>
            </a:r>
            <a:endParaRPr lang="zh-CN" altLang="en-US" sz="1800" dirty="0">
              <a:latin typeface="Calibri" panose="020F0502020204030204" pitchFamily="34" charset="0"/>
              <a:cs typeface="Calibri" panose="020F0502020204030204" pitchFamily="34" charset="0"/>
            </a:endParaRPr>
          </a:p>
        </p:txBody>
      </p:sp>
      <p:sp>
        <p:nvSpPr>
          <p:cNvPr id="50" name="Rectangle 4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4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图片 4" descr="木柜子&#10;&#10;中度可信度描述已自动生成">
            <a:extLst>
              <a:ext uri="{FF2B5EF4-FFF2-40B4-BE49-F238E27FC236}">
                <a16:creationId xmlns:a16="http://schemas.microsoft.com/office/drawing/2014/main" id="{9474DAA2-9D74-15DC-FC15-2A10A3EFBC58}"/>
              </a:ext>
            </a:extLst>
          </p:cNvPr>
          <p:cNvPicPr>
            <a:picLocks noChangeAspect="1"/>
          </p:cNvPicPr>
          <p:nvPr/>
        </p:nvPicPr>
        <p:blipFill>
          <a:blip r:embed="rId2">
            <a:extLst>
              <a:ext uri="{28A0092B-C50C-407E-A947-70E740481C1C}">
                <a14:useLocalDpi xmlns:a14="http://schemas.microsoft.com/office/drawing/2010/main" val="0"/>
              </a:ext>
            </a:extLst>
          </a:blip>
          <a:srcRect l="3927" r="7084"/>
          <a:stretch/>
        </p:blipFill>
        <p:spPr>
          <a:xfrm>
            <a:off x="7075967" y="1101663"/>
            <a:ext cx="4170530" cy="4686567"/>
          </a:xfrm>
          <a:prstGeom prst="rect">
            <a:avLst/>
          </a:prstGeom>
        </p:spPr>
      </p:pic>
    </p:spTree>
    <p:extLst>
      <p:ext uri="{BB962C8B-B14F-4D97-AF65-F5344CB8AC3E}">
        <p14:creationId xmlns:p14="http://schemas.microsoft.com/office/powerpoint/2010/main" val="1478958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A5E69B-A6EE-4CC5-4466-71EBD9D9C5B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69BE93A8-D1B9-C5EA-9033-51C93724AA7D}"/>
              </a:ext>
            </a:extLst>
          </p:cNvPr>
          <p:cNvSpPr>
            <a:spLocks noGrp="1"/>
          </p:cNvSpPr>
          <p:nvPr>
            <p:ph type="title"/>
          </p:nvPr>
        </p:nvSpPr>
        <p:spPr>
          <a:xfrm>
            <a:off x="1136397" y="502020"/>
            <a:ext cx="5323715" cy="1642970"/>
          </a:xfrm>
        </p:spPr>
        <p:txBody>
          <a:bodyPr anchor="b">
            <a:normAutofit/>
          </a:bodyPr>
          <a:lstStyle/>
          <a:p>
            <a:r>
              <a:rPr lang="en-US" altLang="zh-CN" sz="3600" dirty="0">
                <a:latin typeface="Calibri" panose="020F0502020204030204" pitchFamily="34" charset="0"/>
                <a:cs typeface="Calibri" panose="020F0502020204030204" pitchFamily="34" charset="0"/>
              </a:rPr>
              <a:t>Introduction to raw material boards</a:t>
            </a:r>
            <a:endParaRPr lang="zh-CN" altLang="en-US" sz="3600" dirty="0">
              <a:latin typeface="Calibri" panose="020F0502020204030204" pitchFamily="34" charset="0"/>
              <a:cs typeface="Calibri" panose="020F0502020204030204" pitchFamily="34" charset="0"/>
            </a:endParaRPr>
          </a:p>
        </p:txBody>
      </p:sp>
      <p:sp>
        <p:nvSpPr>
          <p:cNvPr id="3" name="内容占位符 2">
            <a:extLst>
              <a:ext uri="{FF2B5EF4-FFF2-40B4-BE49-F238E27FC236}">
                <a16:creationId xmlns:a16="http://schemas.microsoft.com/office/drawing/2014/main" id="{0520CC16-5F74-15CE-9E4F-99828C24FD6F}"/>
              </a:ext>
            </a:extLst>
          </p:cNvPr>
          <p:cNvSpPr>
            <a:spLocks noGrp="1"/>
          </p:cNvSpPr>
          <p:nvPr>
            <p:ph idx="1"/>
          </p:nvPr>
        </p:nvSpPr>
        <p:spPr>
          <a:xfrm>
            <a:off x="1144924" y="2405894"/>
            <a:ext cx="4905448" cy="3535083"/>
          </a:xfrm>
        </p:spPr>
        <p:txBody>
          <a:bodyPr anchor="t">
            <a:normAutofit/>
          </a:bodyPr>
          <a:lstStyle/>
          <a:p>
            <a:r>
              <a:rPr lang="en-US" altLang="zh-CN" sz="1800" dirty="0">
                <a:solidFill>
                  <a:schemeClr val="accent2">
                    <a:lumMod val="50000"/>
                  </a:schemeClr>
                </a:solidFill>
                <a:latin typeface="Calibri" panose="020F0502020204030204" pitchFamily="34" charset="0"/>
                <a:cs typeface="Calibri" panose="020F0502020204030204" pitchFamily="34" charset="0"/>
              </a:rPr>
              <a:t>Compress Board (default use): </a:t>
            </a:r>
          </a:p>
          <a:p>
            <a:pPr marL="0" indent="0">
              <a:buNone/>
            </a:pPr>
            <a:r>
              <a:rPr lang="en-US" altLang="zh-CN" sz="1800" dirty="0">
                <a:latin typeface="Calibri" panose="020F0502020204030204" pitchFamily="34" charset="0"/>
                <a:cs typeface="Calibri" panose="020F0502020204030204" pitchFamily="34" charset="0"/>
              </a:rPr>
              <a:t>     Stable quality, longest market test time, environmental protection level meets F4☆, international whole house customization brands basically only use it as a substrate, such as </a:t>
            </a:r>
            <a:r>
              <a:rPr lang="en-US" altLang="zh-CN" sz="1800" dirty="0" err="1">
                <a:latin typeface="Calibri" panose="020F0502020204030204" pitchFamily="34" charset="0"/>
                <a:cs typeface="Calibri" panose="020F0502020204030204" pitchFamily="34" charset="0"/>
              </a:rPr>
              <a:t>Poliform</a:t>
            </a:r>
            <a:r>
              <a:rPr lang="en-US" altLang="zh-CN" sz="1800" dirty="0">
                <a:latin typeface="Calibri" panose="020F0502020204030204" pitchFamily="34" charset="0"/>
                <a:cs typeface="Calibri" panose="020F0502020204030204" pitchFamily="34" charset="0"/>
              </a:rPr>
              <a:t>, </a:t>
            </a:r>
            <a:r>
              <a:rPr lang="en-US" altLang="zh-CN" sz="1800" dirty="0" err="1">
                <a:latin typeface="Calibri" panose="020F0502020204030204" pitchFamily="34" charset="0"/>
                <a:cs typeface="Calibri" panose="020F0502020204030204" pitchFamily="34" charset="0"/>
              </a:rPr>
              <a:t>Boffi</a:t>
            </a:r>
            <a:r>
              <a:rPr lang="en-US" altLang="zh-CN" sz="1800" dirty="0">
                <a:latin typeface="Calibri" panose="020F0502020204030204" pitchFamily="34" charset="0"/>
                <a:cs typeface="Calibri" panose="020F0502020204030204" pitchFamily="34" charset="0"/>
              </a:rPr>
              <a:t>.</a:t>
            </a:r>
          </a:p>
          <a:p>
            <a:r>
              <a:rPr lang="en-US" altLang="zh-CN" sz="1800" dirty="0">
                <a:solidFill>
                  <a:schemeClr val="accent2">
                    <a:lumMod val="50000"/>
                  </a:schemeClr>
                </a:solidFill>
                <a:latin typeface="Calibri" panose="020F0502020204030204" pitchFamily="34" charset="0"/>
                <a:cs typeface="Calibri" panose="020F0502020204030204" pitchFamily="34" charset="0"/>
              </a:rPr>
              <a:t>OSB:  </a:t>
            </a:r>
            <a:r>
              <a:rPr lang="en-US" altLang="zh-CN" sz="1800" dirty="0">
                <a:latin typeface="Calibri" panose="020F0502020204030204" pitchFamily="34" charset="0"/>
                <a:cs typeface="Calibri" panose="020F0502020204030204" pitchFamily="34" charset="0"/>
              </a:rPr>
              <a:t>cabinet door use, feature: no need for straightener.</a:t>
            </a:r>
          </a:p>
          <a:p>
            <a:r>
              <a:rPr lang="en-US" altLang="zh-CN" sz="1800" dirty="0">
                <a:solidFill>
                  <a:schemeClr val="accent2">
                    <a:lumMod val="50000"/>
                  </a:schemeClr>
                </a:solidFill>
                <a:latin typeface="Calibri" panose="020F0502020204030204" pitchFamily="34" charset="0"/>
                <a:cs typeface="Calibri" panose="020F0502020204030204" pitchFamily="34" charset="0"/>
              </a:rPr>
              <a:t>Multi-layer board: </a:t>
            </a:r>
            <a:r>
              <a:rPr lang="en-US" altLang="zh-CN" sz="1800" dirty="0">
                <a:latin typeface="Calibri" panose="020F0502020204030204" pitchFamily="34" charset="0"/>
                <a:cs typeface="Calibri" panose="020F0502020204030204" pitchFamily="34" charset="0"/>
              </a:rPr>
              <a:t>moisture-proof</a:t>
            </a:r>
          </a:p>
        </p:txBody>
      </p:sp>
      <p:sp>
        <p:nvSpPr>
          <p:cNvPr id="12" name="Rectangle 11">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图片 4" descr="木柜子&#10;&#10;中度可信度描述已自动生成">
            <a:extLst>
              <a:ext uri="{FF2B5EF4-FFF2-40B4-BE49-F238E27FC236}">
                <a16:creationId xmlns:a16="http://schemas.microsoft.com/office/drawing/2014/main" id="{6F33BAD4-6C04-F04B-1D97-49FE9944606B}"/>
              </a:ext>
            </a:extLst>
          </p:cNvPr>
          <p:cNvPicPr>
            <a:picLocks noChangeAspect="1"/>
          </p:cNvPicPr>
          <p:nvPr/>
        </p:nvPicPr>
        <p:blipFill>
          <a:blip r:embed="rId2">
            <a:extLst>
              <a:ext uri="{28A0092B-C50C-407E-A947-70E740481C1C}">
                <a14:useLocalDpi xmlns:a14="http://schemas.microsoft.com/office/drawing/2010/main" val="0"/>
              </a:ext>
            </a:extLst>
          </a:blip>
          <a:srcRect l="3927" r="7084"/>
          <a:stretch/>
        </p:blipFill>
        <p:spPr>
          <a:xfrm>
            <a:off x="7075967" y="1101663"/>
            <a:ext cx="4170530" cy="4686567"/>
          </a:xfrm>
          <a:prstGeom prst="rect">
            <a:avLst/>
          </a:prstGeom>
        </p:spPr>
      </p:pic>
    </p:spTree>
    <p:extLst>
      <p:ext uri="{BB962C8B-B14F-4D97-AF65-F5344CB8AC3E}">
        <p14:creationId xmlns:p14="http://schemas.microsoft.com/office/powerpoint/2010/main" val="703163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 name="Rectangle 142">
            <a:extLst>
              <a:ext uri="{FF2B5EF4-FFF2-40B4-BE49-F238E27FC236}">
                <a16:creationId xmlns:a16="http://schemas.microsoft.com/office/drawing/2014/main" id="{C7EFEC15-5873-4245-BEBE-F61154581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594A65D2-8C89-75CF-7E69-380846209534}"/>
              </a:ext>
            </a:extLst>
          </p:cNvPr>
          <p:cNvSpPr>
            <a:spLocks noGrp="1"/>
          </p:cNvSpPr>
          <p:nvPr>
            <p:ph type="title"/>
          </p:nvPr>
        </p:nvSpPr>
        <p:spPr>
          <a:xfrm>
            <a:off x="7129133" y="802955"/>
            <a:ext cx="4266942" cy="1498456"/>
          </a:xfrm>
        </p:spPr>
        <p:txBody>
          <a:bodyPr anchor="b">
            <a:normAutofit/>
          </a:bodyPr>
          <a:lstStyle/>
          <a:p>
            <a:r>
              <a:rPr lang="en-US" altLang="zh-CN" sz="3200" dirty="0">
                <a:solidFill>
                  <a:schemeClr val="tx2"/>
                </a:solidFill>
                <a:latin typeface="Calibri" panose="020F0502020204030204" pitchFamily="34" charset="0"/>
                <a:cs typeface="Calibri" panose="020F0502020204030204" pitchFamily="34" charset="0"/>
              </a:rPr>
              <a:t>Hardware Introduction- Ordinary hardware</a:t>
            </a:r>
            <a:endParaRPr lang="zh-CN" altLang="en-US" sz="3200" dirty="0">
              <a:solidFill>
                <a:schemeClr val="tx2"/>
              </a:solidFill>
              <a:latin typeface="Calibri" panose="020F0502020204030204" pitchFamily="34" charset="0"/>
              <a:cs typeface="Calibri" panose="020F0502020204030204" pitchFamily="34" charset="0"/>
            </a:endParaRPr>
          </a:p>
        </p:txBody>
      </p:sp>
      <p:pic>
        <p:nvPicPr>
          <p:cNvPr id="22" name="图片 21" descr="图片包含 游戏机&#10;&#10;描述已自动生成">
            <a:extLst>
              <a:ext uri="{FF2B5EF4-FFF2-40B4-BE49-F238E27FC236}">
                <a16:creationId xmlns:a16="http://schemas.microsoft.com/office/drawing/2014/main" id="{7B439D2E-DFBB-2D74-06FB-1D21ABD7589C}"/>
              </a:ext>
            </a:extLst>
          </p:cNvPr>
          <p:cNvPicPr>
            <a:picLocks noChangeAspect="1"/>
          </p:cNvPicPr>
          <p:nvPr/>
        </p:nvPicPr>
        <p:blipFill>
          <a:blip r:embed="rId2">
            <a:alphaModFix/>
            <a:extLst>
              <a:ext uri="{28A0092B-C50C-407E-A947-70E740481C1C}">
                <a14:useLocalDpi xmlns:a14="http://schemas.microsoft.com/office/drawing/2010/main" val="0"/>
              </a:ext>
            </a:extLst>
          </a:blip>
          <a:srcRect t="13352" r="2" b="11650"/>
          <a:stretch/>
        </p:blipFill>
        <p:spPr>
          <a:xfrm>
            <a:off x="4448399" y="286529"/>
            <a:ext cx="2275744" cy="2275744"/>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grpSp>
        <p:nvGrpSpPr>
          <p:cNvPr id="145" name="Group 144">
            <a:extLst>
              <a:ext uri="{FF2B5EF4-FFF2-40B4-BE49-F238E27FC236}">
                <a16:creationId xmlns:a16="http://schemas.microsoft.com/office/drawing/2014/main" id="{881199B3-92F7-4182-B809-801DD4E36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23486" y="231851"/>
            <a:ext cx="2300658" cy="2373679"/>
            <a:chOff x="3376425" y="1351535"/>
            <a:chExt cx="5514403" cy="5514975"/>
          </a:xfrm>
        </p:grpSpPr>
        <p:sp>
          <p:nvSpPr>
            <p:cNvPr id="146" name="Freeform: Shape 145">
              <a:extLst>
                <a:ext uri="{FF2B5EF4-FFF2-40B4-BE49-F238E27FC236}">
                  <a16:creationId xmlns:a16="http://schemas.microsoft.com/office/drawing/2014/main" id="{965A16F7-66A3-469F-81C9-FAA41AA93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87200" y="1501458"/>
              <a:ext cx="5293466" cy="5215032"/>
            </a:xfrm>
            <a:custGeom>
              <a:avLst/>
              <a:gdLst>
                <a:gd name="connsiteX0" fmla="*/ 2768346 w 5293466"/>
                <a:gd name="connsiteY0" fmla="*/ 476250 h 5215032"/>
                <a:gd name="connsiteX1" fmla="*/ 3621405 w 5293466"/>
                <a:gd name="connsiteY1" fmla="*/ 687705 h 5215032"/>
                <a:gd name="connsiteX2" fmla="*/ 4327589 w 5293466"/>
                <a:gd name="connsiteY2" fmla="*/ 1277588 h 5215032"/>
                <a:gd name="connsiteX3" fmla="*/ 4749451 w 5293466"/>
                <a:gd name="connsiteY3" fmla="*/ 1974914 h 5215032"/>
                <a:gd name="connsiteX4" fmla="*/ 4756785 w 5293466"/>
                <a:gd name="connsiteY4" fmla="*/ 2695289 h 5215032"/>
                <a:gd name="connsiteX5" fmla="*/ 4503611 w 5293466"/>
                <a:gd name="connsiteY5" fmla="*/ 3530251 h 5215032"/>
                <a:gd name="connsiteX6" fmla="*/ 4395121 w 5293466"/>
                <a:gd name="connsiteY6" fmla="*/ 3883152 h 5215032"/>
                <a:gd name="connsiteX7" fmla="*/ 4177570 w 5293466"/>
                <a:gd name="connsiteY7" fmla="*/ 4165949 h 5215032"/>
                <a:gd name="connsiteX8" fmla="*/ 3534632 w 5293466"/>
                <a:gd name="connsiteY8" fmla="*/ 4599718 h 5215032"/>
                <a:gd name="connsiteX9" fmla="*/ 2710910 w 5293466"/>
                <a:gd name="connsiteY9" fmla="*/ 4738592 h 5215032"/>
                <a:gd name="connsiteX10" fmla="*/ 1141476 w 5293466"/>
                <a:gd name="connsiteY10" fmla="*/ 4094798 h 5215032"/>
                <a:gd name="connsiteX11" fmla="*/ 654653 w 5293466"/>
                <a:gd name="connsiteY11" fmla="*/ 3380709 h 5215032"/>
                <a:gd name="connsiteX12" fmla="*/ 476250 w 5293466"/>
                <a:gd name="connsiteY12" fmla="*/ 2503932 h 5215032"/>
                <a:gd name="connsiteX13" fmla="*/ 621221 w 5293466"/>
                <a:gd name="connsiteY13" fmla="*/ 2032730 h 5215032"/>
                <a:gd name="connsiteX14" fmla="*/ 1075277 w 5293466"/>
                <a:gd name="connsiteY14" fmla="*/ 1557623 h 5215032"/>
                <a:gd name="connsiteX15" fmla="*/ 1370648 w 5293466"/>
                <a:gd name="connsiteY15" fmla="*/ 1278541 h 5215032"/>
                <a:gd name="connsiteX16" fmla="*/ 2056733 w 5293466"/>
                <a:gd name="connsiteY16" fmla="*/ 690753 h 5215032"/>
                <a:gd name="connsiteX17" fmla="*/ 2768346 w 5293466"/>
                <a:gd name="connsiteY17" fmla="*/ 476250 h 5215032"/>
                <a:gd name="connsiteX18" fmla="*/ 2768346 w 5293466"/>
                <a:gd name="connsiteY18" fmla="*/ 0 h 5215032"/>
                <a:gd name="connsiteX19" fmla="*/ 1033844 w 5293466"/>
                <a:gd name="connsiteY19" fmla="*/ 941927 h 5215032"/>
                <a:gd name="connsiteX20" fmla="*/ 0 w 5293466"/>
                <a:gd name="connsiteY20" fmla="*/ 2504123 h 5215032"/>
                <a:gd name="connsiteX21" fmla="*/ 807053 w 5293466"/>
                <a:gd name="connsiteY21" fmla="*/ 4433983 h 5215032"/>
                <a:gd name="connsiteX22" fmla="*/ 2710910 w 5293466"/>
                <a:gd name="connsiteY22" fmla="*/ 5215033 h 5215032"/>
                <a:gd name="connsiteX23" fmla="*/ 4514374 w 5293466"/>
                <a:gd name="connsiteY23" fmla="*/ 4502849 h 5215032"/>
                <a:gd name="connsiteX24" fmla="*/ 5203603 w 5293466"/>
                <a:gd name="connsiteY24" fmla="*/ 2860262 h 5215032"/>
                <a:gd name="connsiteX25" fmla="*/ 4686681 w 5293466"/>
                <a:gd name="connsiteY25" fmla="*/ 964883 h 5215032"/>
                <a:gd name="connsiteX26" fmla="*/ 2768346 w 5293466"/>
                <a:gd name="connsiteY26" fmla="*/ 0 h 5215032"/>
                <a:gd name="connsiteX27" fmla="*/ 2768346 w 5293466"/>
                <a:gd name="connsiteY27" fmla="*/ 0 h 521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93466" h="5215032">
                  <a:moveTo>
                    <a:pt x="2768346" y="476250"/>
                  </a:moveTo>
                  <a:cubicBezTo>
                    <a:pt x="3078099" y="476250"/>
                    <a:pt x="3357086" y="545402"/>
                    <a:pt x="3621405" y="687705"/>
                  </a:cubicBezTo>
                  <a:cubicBezTo>
                    <a:pt x="3865245" y="819055"/>
                    <a:pt x="4096226" y="1012031"/>
                    <a:pt x="4327589" y="1277588"/>
                  </a:cubicBezTo>
                  <a:cubicBezTo>
                    <a:pt x="4525614" y="1504950"/>
                    <a:pt x="4671441" y="1746028"/>
                    <a:pt x="4749451" y="1974914"/>
                  </a:cubicBezTo>
                  <a:cubicBezTo>
                    <a:pt x="4837748" y="2233898"/>
                    <a:pt x="4840129" y="2469452"/>
                    <a:pt x="4756785" y="2695289"/>
                  </a:cubicBezTo>
                  <a:cubicBezTo>
                    <a:pt x="4620578" y="3064288"/>
                    <a:pt x="4552950" y="3333655"/>
                    <a:pt x="4503611" y="3530251"/>
                  </a:cubicBezTo>
                  <a:cubicBezTo>
                    <a:pt x="4464939" y="3684080"/>
                    <a:pt x="4437031" y="3795236"/>
                    <a:pt x="4395121" y="3883152"/>
                  </a:cubicBezTo>
                  <a:cubicBezTo>
                    <a:pt x="4365689" y="3944874"/>
                    <a:pt x="4316825" y="4026789"/>
                    <a:pt x="4177570" y="4165949"/>
                  </a:cubicBezTo>
                  <a:cubicBezTo>
                    <a:pt x="3977354" y="4366165"/>
                    <a:pt x="3767042" y="4508087"/>
                    <a:pt x="3534632" y="4599718"/>
                  </a:cubicBezTo>
                  <a:cubicBezTo>
                    <a:pt x="3297650" y="4693158"/>
                    <a:pt x="3028188" y="4738592"/>
                    <a:pt x="2710910" y="4738592"/>
                  </a:cubicBezTo>
                  <a:cubicBezTo>
                    <a:pt x="2119694" y="4738592"/>
                    <a:pt x="1562291" y="4509897"/>
                    <a:pt x="1141476" y="4094798"/>
                  </a:cubicBezTo>
                  <a:cubicBezTo>
                    <a:pt x="932879" y="3888962"/>
                    <a:pt x="769049" y="3648742"/>
                    <a:pt x="654653" y="3380709"/>
                  </a:cubicBezTo>
                  <a:cubicBezTo>
                    <a:pt x="536258" y="3103531"/>
                    <a:pt x="476250" y="2808542"/>
                    <a:pt x="476250" y="2503932"/>
                  </a:cubicBezTo>
                  <a:cubicBezTo>
                    <a:pt x="476250" y="2324672"/>
                    <a:pt x="520922" y="2179415"/>
                    <a:pt x="621221" y="2032730"/>
                  </a:cubicBezTo>
                  <a:cubicBezTo>
                    <a:pt x="729044" y="1874901"/>
                    <a:pt x="889445" y="1727835"/>
                    <a:pt x="1075277" y="1557623"/>
                  </a:cubicBezTo>
                  <a:cubicBezTo>
                    <a:pt x="1171194" y="1469708"/>
                    <a:pt x="1270349" y="1378744"/>
                    <a:pt x="1370648" y="1278541"/>
                  </a:cubicBezTo>
                  <a:cubicBezTo>
                    <a:pt x="1585246" y="1063943"/>
                    <a:pt x="1814989" y="841820"/>
                    <a:pt x="2056733" y="690753"/>
                  </a:cubicBezTo>
                  <a:cubicBezTo>
                    <a:pt x="2291048" y="544544"/>
                    <a:pt x="2517172" y="476250"/>
                    <a:pt x="2768346" y="476250"/>
                  </a:cubicBezTo>
                  <a:moveTo>
                    <a:pt x="2768346" y="0"/>
                  </a:moveTo>
                  <a:cubicBezTo>
                    <a:pt x="2019776" y="0"/>
                    <a:pt x="1524381" y="451390"/>
                    <a:pt x="1033844" y="941927"/>
                  </a:cubicBezTo>
                  <a:cubicBezTo>
                    <a:pt x="543306" y="1432465"/>
                    <a:pt x="0" y="1755553"/>
                    <a:pt x="0" y="2504123"/>
                  </a:cubicBezTo>
                  <a:cubicBezTo>
                    <a:pt x="0" y="3259360"/>
                    <a:pt x="308801" y="3942398"/>
                    <a:pt x="807053" y="4433983"/>
                  </a:cubicBezTo>
                  <a:cubicBezTo>
                    <a:pt x="1296543" y="4916996"/>
                    <a:pt x="1968913" y="5215033"/>
                    <a:pt x="2710910" y="5215033"/>
                  </a:cubicBezTo>
                  <a:cubicBezTo>
                    <a:pt x="3459480" y="5215033"/>
                    <a:pt x="4023741" y="4993386"/>
                    <a:pt x="4514374" y="4502849"/>
                  </a:cubicBezTo>
                  <a:cubicBezTo>
                    <a:pt x="5004912" y="4012311"/>
                    <a:pt x="4847463" y="3825145"/>
                    <a:pt x="5203603" y="2860262"/>
                  </a:cubicBezTo>
                  <a:cubicBezTo>
                    <a:pt x="5469065" y="2140839"/>
                    <a:pt x="5101400" y="1441133"/>
                    <a:pt x="4686681" y="964883"/>
                  </a:cubicBezTo>
                  <a:cubicBezTo>
                    <a:pt x="4189667" y="394240"/>
                    <a:pt x="3584543" y="0"/>
                    <a:pt x="2768346" y="0"/>
                  </a:cubicBezTo>
                  <a:lnTo>
                    <a:pt x="2768346" y="0"/>
                  </a:lnTo>
                  <a:close/>
                </a:path>
              </a:pathLst>
            </a:custGeom>
            <a:solidFill>
              <a:schemeClr val="bg1">
                <a:alpha val="20000"/>
              </a:schemeClr>
            </a:solid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4CC7F467-8A9D-4D4C-A53C-C3EDE6DF7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87200" y="1501458"/>
              <a:ext cx="5293505" cy="5215032"/>
            </a:xfrm>
            <a:custGeom>
              <a:avLst/>
              <a:gdLst>
                <a:gd name="connsiteX0" fmla="*/ 2768346 w 5293505"/>
                <a:gd name="connsiteY0" fmla="*/ 571500 h 5215032"/>
                <a:gd name="connsiteX1" fmla="*/ 3576161 w 5293505"/>
                <a:gd name="connsiteY1" fmla="*/ 771620 h 5215032"/>
                <a:gd name="connsiteX2" fmla="*/ 4255675 w 5293505"/>
                <a:gd name="connsiteY2" fmla="*/ 1340263 h 5215032"/>
                <a:gd name="connsiteX3" fmla="*/ 4659249 w 5293505"/>
                <a:gd name="connsiteY3" fmla="*/ 2005775 h 5215032"/>
                <a:gd name="connsiteX4" fmla="*/ 4667441 w 5293505"/>
                <a:gd name="connsiteY4" fmla="*/ 2662428 h 5215032"/>
                <a:gd name="connsiteX5" fmla="*/ 4411218 w 5293505"/>
                <a:gd name="connsiteY5" fmla="*/ 3507200 h 5215032"/>
                <a:gd name="connsiteX6" fmla="*/ 4309206 w 5293505"/>
                <a:gd name="connsiteY6" fmla="*/ 3842290 h 5215032"/>
                <a:gd name="connsiteX7" fmla="*/ 4110323 w 5293505"/>
                <a:gd name="connsiteY7" fmla="*/ 4098798 h 5215032"/>
                <a:gd name="connsiteX8" fmla="*/ 2711006 w 5293505"/>
                <a:gd name="connsiteY8" fmla="*/ 4643628 h 5215032"/>
                <a:gd name="connsiteX9" fmla="*/ 1208532 w 5293505"/>
                <a:gd name="connsiteY9" fmla="*/ 4027265 h 5215032"/>
                <a:gd name="connsiteX10" fmla="*/ 742379 w 5293505"/>
                <a:gd name="connsiteY10" fmla="*/ 3343561 h 5215032"/>
                <a:gd name="connsiteX11" fmla="*/ 571595 w 5293505"/>
                <a:gd name="connsiteY11" fmla="*/ 2504218 h 5215032"/>
                <a:gd name="connsiteX12" fmla="*/ 699992 w 5293505"/>
                <a:gd name="connsiteY12" fmla="*/ 2086737 h 5215032"/>
                <a:gd name="connsiteX13" fmla="*/ 1139761 w 5293505"/>
                <a:gd name="connsiteY13" fmla="*/ 1628108 h 5215032"/>
                <a:gd name="connsiteX14" fmla="*/ 1438085 w 5293505"/>
                <a:gd name="connsiteY14" fmla="*/ 1346168 h 5215032"/>
                <a:gd name="connsiteX15" fmla="*/ 2768346 w 5293505"/>
                <a:gd name="connsiteY15" fmla="*/ 571500 h 5215032"/>
                <a:gd name="connsiteX16" fmla="*/ 2768346 w 5293505"/>
                <a:gd name="connsiteY16" fmla="*/ 0 h 5215032"/>
                <a:gd name="connsiteX17" fmla="*/ 1033844 w 5293505"/>
                <a:gd name="connsiteY17" fmla="*/ 941927 h 5215032"/>
                <a:gd name="connsiteX18" fmla="*/ 0 w 5293505"/>
                <a:gd name="connsiteY18" fmla="*/ 2504123 h 5215032"/>
                <a:gd name="connsiteX19" fmla="*/ 807053 w 5293505"/>
                <a:gd name="connsiteY19" fmla="*/ 4433983 h 5215032"/>
                <a:gd name="connsiteX20" fmla="*/ 2710910 w 5293505"/>
                <a:gd name="connsiteY20" fmla="*/ 5215033 h 5215032"/>
                <a:gd name="connsiteX21" fmla="*/ 4514374 w 5293505"/>
                <a:gd name="connsiteY21" fmla="*/ 4502849 h 5215032"/>
                <a:gd name="connsiteX22" fmla="*/ 5203603 w 5293505"/>
                <a:gd name="connsiteY22" fmla="*/ 2860262 h 5215032"/>
                <a:gd name="connsiteX23" fmla="*/ 4686681 w 5293505"/>
                <a:gd name="connsiteY23" fmla="*/ 964883 h 5215032"/>
                <a:gd name="connsiteX24" fmla="*/ 2768346 w 5293505"/>
                <a:gd name="connsiteY24" fmla="*/ 0 h 5215032"/>
                <a:gd name="connsiteX25" fmla="*/ 2768346 w 5293505"/>
                <a:gd name="connsiteY25" fmla="*/ 0 h 521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293505" h="5215032">
                  <a:moveTo>
                    <a:pt x="2768346" y="571500"/>
                  </a:moveTo>
                  <a:cubicBezTo>
                    <a:pt x="3061907" y="571500"/>
                    <a:pt x="3326225" y="636937"/>
                    <a:pt x="3576161" y="771620"/>
                  </a:cubicBezTo>
                  <a:cubicBezTo>
                    <a:pt x="3809714" y="897446"/>
                    <a:pt x="4031933" y="1083374"/>
                    <a:pt x="4255675" y="1340263"/>
                  </a:cubicBezTo>
                  <a:cubicBezTo>
                    <a:pt x="4445603" y="1558385"/>
                    <a:pt x="4585145" y="1788509"/>
                    <a:pt x="4659249" y="2005775"/>
                  </a:cubicBezTo>
                  <a:cubicBezTo>
                    <a:pt x="4740212" y="2243233"/>
                    <a:pt x="4742879" y="2458022"/>
                    <a:pt x="4667441" y="2662428"/>
                  </a:cubicBezTo>
                  <a:cubicBezTo>
                    <a:pt x="4529519" y="3036284"/>
                    <a:pt x="4461129" y="3308509"/>
                    <a:pt x="4411218" y="3507200"/>
                  </a:cubicBezTo>
                  <a:cubicBezTo>
                    <a:pt x="4373975" y="3655695"/>
                    <a:pt x="4347020" y="3762947"/>
                    <a:pt x="4309206" y="3842290"/>
                  </a:cubicBezTo>
                  <a:cubicBezTo>
                    <a:pt x="4283298" y="3896678"/>
                    <a:pt x="4239387" y="3969734"/>
                    <a:pt x="4110323" y="4098798"/>
                  </a:cubicBezTo>
                  <a:cubicBezTo>
                    <a:pt x="3728466" y="4480655"/>
                    <a:pt x="3309938" y="4643628"/>
                    <a:pt x="2711006" y="4643628"/>
                  </a:cubicBezTo>
                  <a:cubicBezTo>
                    <a:pt x="2144935" y="4643628"/>
                    <a:pt x="1611344" y="4424744"/>
                    <a:pt x="1208532" y="4027265"/>
                  </a:cubicBezTo>
                  <a:cubicBezTo>
                    <a:pt x="1008793" y="3830193"/>
                    <a:pt x="851916" y="3600164"/>
                    <a:pt x="742379" y="3343561"/>
                  </a:cubicBezTo>
                  <a:cubicBezTo>
                    <a:pt x="629031" y="3078194"/>
                    <a:pt x="571595" y="2795873"/>
                    <a:pt x="571595" y="2504218"/>
                  </a:cubicBezTo>
                  <a:cubicBezTo>
                    <a:pt x="571595" y="2343245"/>
                    <a:pt x="609981" y="2218373"/>
                    <a:pt x="699992" y="2086737"/>
                  </a:cubicBezTo>
                  <a:cubicBezTo>
                    <a:pt x="801624" y="1937957"/>
                    <a:pt x="958310" y="1794415"/>
                    <a:pt x="1139761" y="1628108"/>
                  </a:cubicBezTo>
                  <a:cubicBezTo>
                    <a:pt x="1236440" y="1539526"/>
                    <a:pt x="1336357" y="1447895"/>
                    <a:pt x="1438085" y="1346168"/>
                  </a:cubicBezTo>
                  <a:cubicBezTo>
                    <a:pt x="1891475" y="892588"/>
                    <a:pt x="2252377" y="571500"/>
                    <a:pt x="2768346" y="571500"/>
                  </a:cubicBezTo>
                  <a:moveTo>
                    <a:pt x="2768346" y="0"/>
                  </a:moveTo>
                  <a:cubicBezTo>
                    <a:pt x="2019776" y="0"/>
                    <a:pt x="1524381" y="451390"/>
                    <a:pt x="1033844" y="941927"/>
                  </a:cubicBezTo>
                  <a:cubicBezTo>
                    <a:pt x="543306" y="1432465"/>
                    <a:pt x="0" y="1755553"/>
                    <a:pt x="0" y="2504123"/>
                  </a:cubicBezTo>
                  <a:cubicBezTo>
                    <a:pt x="0" y="3259360"/>
                    <a:pt x="308801" y="3942398"/>
                    <a:pt x="807053" y="4433983"/>
                  </a:cubicBezTo>
                  <a:cubicBezTo>
                    <a:pt x="1296543" y="4916996"/>
                    <a:pt x="1968913" y="5215033"/>
                    <a:pt x="2710910" y="5215033"/>
                  </a:cubicBezTo>
                  <a:cubicBezTo>
                    <a:pt x="3459480" y="5215033"/>
                    <a:pt x="4023741" y="4993386"/>
                    <a:pt x="4514374" y="4502849"/>
                  </a:cubicBezTo>
                  <a:cubicBezTo>
                    <a:pt x="5004912" y="4012311"/>
                    <a:pt x="4847463" y="3825145"/>
                    <a:pt x="5203603" y="2860262"/>
                  </a:cubicBezTo>
                  <a:cubicBezTo>
                    <a:pt x="5469160" y="2140839"/>
                    <a:pt x="5101400" y="1441133"/>
                    <a:pt x="4686681" y="964883"/>
                  </a:cubicBezTo>
                  <a:cubicBezTo>
                    <a:pt x="4189667" y="394240"/>
                    <a:pt x="3584543" y="0"/>
                    <a:pt x="2768346" y="0"/>
                  </a:cubicBezTo>
                  <a:lnTo>
                    <a:pt x="2768346" y="0"/>
                  </a:lnTo>
                  <a:close/>
                </a:path>
              </a:pathLst>
            </a:custGeom>
            <a:solidFill>
              <a:schemeClr val="bg1">
                <a:alpha val="20000"/>
              </a:schemeClr>
            </a:solid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41D5CB4A-3653-4A8A-A6B8-0BA2088957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87200" y="1501458"/>
              <a:ext cx="5403571" cy="5215032"/>
            </a:xfrm>
            <a:custGeom>
              <a:avLst/>
              <a:gdLst>
                <a:gd name="connsiteX0" fmla="*/ 2825972 w 5403571"/>
                <a:gd name="connsiteY0" fmla="*/ 476250 h 5215032"/>
                <a:gd name="connsiteX1" fmla="*/ 3696748 w 5403571"/>
                <a:gd name="connsiteY1" fmla="*/ 687705 h 5215032"/>
                <a:gd name="connsiteX2" fmla="*/ 4417600 w 5403571"/>
                <a:gd name="connsiteY2" fmla="*/ 1277588 h 5215032"/>
                <a:gd name="connsiteX3" fmla="*/ 4848321 w 5403571"/>
                <a:gd name="connsiteY3" fmla="*/ 1974914 h 5215032"/>
                <a:gd name="connsiteX4" fmla="*/ 4855845 w 5403571"/>
                <a:gd name="connsiteY4" fmla="*/ 2695289 h 5215032"/>
                <a:gd name="connsiteX5" fmla="*/ 4597337 w 5403571"/>
                <a:gd name="connsiteY5" fmla="*/ 3530251 h 5215032"/>
                <a:gd name="connsiteX6" fmla="*/ 4486656 w 5403571"/>
                <a:gd name="connsiteY6" fmla="*/ 3883152 h 5215032"/>
                <a:gd name="connsiteX7" fmla="*/ 4264628 w 5403571"/>
                <a:gd name="connsiteY7" fmla="*/ 4165949 h 5215032"/>
                <a:gd name="connsiteX8" fmla="*/ 3608356 w 5403571"/>
                <a:gd name="connsiteY8" fmla="*/ 4599718 h 5215032"/>
                <a:gd name="connsiteX9" fmla="*/ 2767489 w 5403571"/>
                <a:gd name="connsiteY9" fmla="*/ 4738592 h 5215032"/>
                <a:gd name="connsiteX10" fmla="*/ 1165384 w 5403571"/>
                <a:gd name="connsiteY10" fmla="*/ 4094798 h 5215032"/>
                <a:gd name="connsiteX11" fmla="*/ 668369 w 5403571"/>
                <a:gd name="connsiteY11" fmla="*/ 3380709 h 5215032"/>
                <a:gd name="connsiteX12" fmla="*/ 486251 w 5403571"/>
                <a:gd name="connsiteY12" fmla="*/ 2503932 h 5215032"/>
                <a:gd name="connsiteX13" fmla="*/ 634270 w 5403571"/>
                <a:gd name="connsiteY13" fmla="*/ 2032730 h 5215032"/>
                <a:gd name="connsiteX14" fmla="*/ 1097756 w 5403571"/>
                <a:gd name="connsiteY14" fmla="*/ 1557623 h 5215032"/>
                <a:gd name="connsiteX15" fmla="*/ 1399223 w 5403571"/>
                <a:gd name="connsiteY15" fmla="*/ 1278541 h 5215032"/>
                <a:gd name="connsiteX16" fmla="*/ 2099596 w 5403571"/>
                <a:gd name="connsiteY16" fmla="*/ 690753 h 5215032"/>
                <a:gd name="connsiteX17" fmla="*/ 2825972 w 5403571"/>
                <a:gd name="connsiteY17" fmla="*/ 476250 h 5215032"/>
                <a:gd name="connsiteX18" fmla="*/ 2825972 w 5403571"/>
                <a:gd name="connsiteY18" fmla="*/ 0 h 5215032"/>
                <a:gd name="connsiteX19" fmla="*/ 1055370 w 5403571"/>
                <a:gd name="connsiteY19" fmla="*/ 941927 h 5215032"/>
                <a:gd name="connsiteX20" fmla="*/ 0 w 5403571"/>
                <a:gd name="connsiteY20" fmla="*/ 2504123 h 5215032"/>
                <a:gd name="connsiteX21" fmla="*/ 823817 w 5403571"/>
                <a:gd name="connsiteY21" fmla="*/ 4433983 h 5215032"/>
                <a:gd name="connsiteX22" fmla="*/ 2767298 w 5403571"/>
                <a:gd name="connsiteY22" fmla="*/ 5215033 h 5215032"/>
                <a:gd name="connsiteX23" fmla="*/ 4608291 w 5403571"/>
                <a:gd name="connsiteY23" fmla="*/ 4502849 h 5215032"/>
                <a:gd name="connsiteX24" fmla="*/ 5311807 w 5403571"/>
                <a:gd name="connsiteY24" fmla="*/ 2860262 h 5215032"/>
                <a:gd name="connsiteX25" fmla="*/ 4784122 w 5403571"/>
                <a:gd name="connsiteY25" fmla="*/ 964883 h 5215032"/>
                <a:gd name="connsiteX26" fmla="*/ 2825972 w 5403571"/>
                <a:gd name="connsiteY26" fmla="*/ 0 h 5215032"/>
                <a:gd name="connsiteX27" fmla="*/ 2825972 w 5403571"/>
                <a:gd name="connsiteY27" fmla="*/ 0 h 521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403571" h="5215032">
                  <a:moveTo>
                    <a:pt x="2825972" y="476250"/>
                  </a:moveTo>
                  <a:cubicBezTo>
                    <a:pt x="3142202" y="476250"/>
                    <a:pt x="3427000" y="545402"/>
                    <a:pt x="3696748" y="687705"/>
                  </a:cubicBezTo>
                  <a:cubicBezTo>
                    <a:pt x="3945636" y="819055"/>
                    <a:pt x="4181475" y="1012031"/>
                    <a:pt x="4417600" y="1277588"/>
                  </a:cubicBezTo>
                  <a:cubicBezTo>
                    <a:pt x="4619721" y="1504950"/>
                    <a:pt x="4768596" y="1746028"/>
                    <a:pt x="4848321" y="1974914"/>
                  </a:cubicBezTo>
                  <a:cubicBezTo>
                    <a:pt x="4938427" y="2233898"/>
                    <a:pt x="4940903" y="2469452"/>
                    <a:pt x="4855845" y="2695289"/>
                  </a:cubicBezTo>
                  <a:cubicBezTo>
                    <a:pt x="4716780" y="3064288"/>
                    <a:pt x="4647819" y="3333655"/>
                    <a:pt x="4597337" y="3530251"/>
                  </a:cubicBezTo>
                  <a:cubicBezTo>
                    <a:pt x="4557903" y="3684080"/>
                    <a:pt x="4529424" y="3795236"/>
                    <a:pt x="4486656" y="3883152"/>
                  </a:cubicBezTo>
                  <a:cubicBezTo>
                    <a:pt x="4456652" y="3944874"/>
                    <a:pt x="4406741" y="4026789"/>
                    <a:pt x="4264628" y="4165949"/>
                  </a:cubicBezTo>
                  <a:cubicBezTo>
                    <a:pt x="4060222" y="4366165"/>
                    <a:pt x="3845528" y="4508087"/>
                    <a:pt x="3608356" y="4599718"/>
                  </a:cubicBezTo>
                  <a:cubicBezTo>
                    <a:pt x="3366421" y="4693158"/>
                    <a:pt x="3091339" y="4738592"/>
                    <a:pt x="2767489" y="4738592"/>
                  </a:cubicBezTo>
                  <a:cubicBezTo>
                    <a:pt x="2163985" y="4738592"/>
                    <a:pt x="1594961" y="4509897"/>
                    <a:pt x="1165384" y="4094798"/>
                  </a:cubicBezTo>
                  <a:cubicBezTo>
                    <a:pt x="952405" y="3888962"/>
                    <a:pt x="785241" y="3648742"/>
                    <a:pt x="668369" y="3380709"/>
                  </a:cubicBezTo>
                  <a:cubicBezTo>
                    <a:pt x="547497" y="3103531"/>
                    <a:pt x="486251" y="2808542"/>
                    <a:pt x="486251" y="2503932"/>
                  </a:cubicBezTo>
                  <a:cubicBezTo>
                    <a:pt x="486251" y="2324672"/>
                    <a:pt x="531876" y="2179415"/>
                    <a:pt x="634270" y="2032730"/>
                  </a:cubicBezTo>
                  <a:cubicBezTo>
                    <a:pt x="744379" y="1874901"/>
                    <a:pt x="908114" y="1727835"/>
                    <a:pt x="1097756" y="1557623"/>
                  </a:cubicBezTo>
                  <a:cubicBezTo>
                    <a:pt x="1195673" y="1469708"/>
                    <a:pt x="1296924" y="1378744"/>
                    <a:pt x="1399223" y="1278541"/>
                  </a:cubicBezTo>
                  <a:cubicBezTo>
                    <a:pt x="1618298" y="1063943"/>
                    <a:pt x="1852803" y="841820"/>
                    <a:pt x="2099596" y="690753"/>
                  </a:cubicBezTo>
                  <a:cubicBezTo>
                    <a:pt x="2338769" y="544544"/>
                    <a:pt x="2569559" y="476250"/>
                    <a:pt x="2825972" y="476250"/>
                  </a:cubicBezTo>
                  <a:moveTo>
                    <a:pt x="2825972" y="0"/>
                  </a:moveTo>
                  <a:cubicBezTo>
                    <a:pt x="2061782" y="0"/>
                    <a:pt x="1556099" y="451390"/>
                    <a:pt x="1055370" y="941927"/>
                  </a:cubicBezTo>
                  <a:cubicBezTo>
                    <a:pt x="554546" y="1432465"/>
                    <a:pt x="0" y="1755553"/>
                    <a:pt x="0" y="2504123"/>
                  </a:cubicBezTo>
                  <a:cubicBezTo>
                    <a:pt x="0" y="3259360"/>
                    <a:pt x="315278" y="3942398"/>
                    <a:pt x="823817" y="4433983"/>
                  </a:cubicBezTo>
                  <a:cubicBezTo>
                    <a:pt x="1323499" y="4916996"/>
                    <a:pt x="2009870" y="5215033"/>
                    <a:pt x="2767298" y="5215033"/>
                  </a:cubicBezTo>
                  <a:cubicBezTo>
                    <a:pt x="3531489" y="5215033"/>
                    <a:pt x="4107466" y="4993386"/>
                    <a:pt x="4608291" y="4502849"/>
                  </a:cubicBezTo>
                  <a:cubicBezTo>
                    <a:pt x="5109115" y="4012311"/>
                    <a:pt x="4948333" y="3825145"/>
                    <a:pt x="5311807" y="2860262"/>
                  </a:cubicBezTo>
                  <a:cubicBezTo>
                    <a:pt x="5582889" y="2140839"/>
                    <a:pt x="5207413" y="1441133"/>
                    <a:pt x="4784122" y="964883"/>
                  </a:cubicBezTo>
                  <a:cubicBezTo>
                    <a:pt x="4276916" y="394240"/>
                    <a:pt x="3659124" y="0"/>
                    <a:pt x="2825972" y="0"/>
                  </a:cubicBezTo>
                  <a:lnTo>
                    <a:pt x="2825972" y="0"/>
                  </a:lnTo>
                  <a:close/>
                </a:path>
              </a:pathLst>
            </a:custGeom>
            <a:solidFill>
              <a:schemeClr val="bg1">
                <a:alpha val="20000"/>
              </a:schemeClr>
            </a:solid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449BB7DD-3AC4-4700-B992-7B8FD441AC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41969" y="1450733"/>
              <a:ext cx="5253605" cy="5316811"/>
            </a:xfrm>
            <a:custGeom>
              <a:avLst/>
              <a:gdLst>
                <a:gd name="connsiteX0" fmla="*/ 5161121 w 5253605"/>
                <a:gd name="connsiteY0" fmla="*/ 2988712 h 5316811"/>
                <a:gd name="connsiteX1" fmla="*/ 5009674 w 5253605"/>
                <a:gd name="connsiteY1" fmla="*/ 3428671 h 5316811"/>
                <a:gd name="connsiteX2" fmla="*/ 4975955 w 5253605"/>
                <a:gd name="connsiteY2" fmla="*/ 3540304 h 5316811"/>
                <a:gd name="connsiteX3" fmla="*/ 4943380 w 5253605"/>
                <a:gd name="connsiteY3" fmla="*/ 3653366 h 5316811"/>
                <a:gd name="connsiteX4" fmla="*/ 4910995 w 5253605"/>
                <a:gd name="connsiteY4" fmla="*/ 3768619 h 5316811"/>
                <a:gd name="connsiteX5" fmla="*/ 4894421 w 5253605"/>
                <a:gd name="connsiteY5" fmla="*/ 3827102 h 5316811"/>
                <a:gd name="connsiteX6" fmla="*/ 4876514 w 5253605"/>
                <a:gd name="connsiteY6" fmla="*/ 3886824 h 5316811"/>
                <a:gd name="connsiteX7" fmla="*/ 4857179 w 5253605"/>
                <a:gd name="connsiteY7" fmla="*/ 3947307 h 5316811"/>
                <a:gd name="connsiteX8" fmla="*/ 4835843 w 5253605"/>
                <a:gd name="connsiteY8" fmla="*/ 4008458 h 5316811"/>
                <a:gd name="connsiteX9" fmla="*/ 4811935 w 5253605"/>
                <a:gd name="connsiteY9" fmla="*/ 4069990 h 5316811"/>
                <a:gd name="connsiteX10" fmla="*/ 4783932 w 5253605"/>
                <a:gd name="connsiteY10" fmla="*/ 4131236 h 5316811"/>
                <a:gd name="connsiteX11" fmla="*/ 4643057 w 5253605"/>
                <a:gd name="connsiteY11" fmla="*/ 4359931 h 5316811"/>
                <a:gd name="connsiteX12" fmla="*/ 4474178 w 5253605"/>
                <a:gd name="connsiteY12" fmla="*/ 4555670 h 5316811"/>
                <a:gd name="connsiteX13" fmla="*/ 4429792 w 5253605"/>
                <a:gd name="connsiteY13" fmla="*/ 4600913 h 5316811"/>
                <a:gd name="connsiteX14" fmla="*/ 4384929 w 5253605"/>
                <a:gd name="connsiteY14" fmla="*/ 4645681 h 5316811"/>
                <a:gd name="connsiteX15" fmla="*/ 4338733 w 5253605"/>
                <a:gd name="connsiteY15" fmla="*/ 4689400 h 5316811"/>
                <a:gd name="connsiteX16" fmla="*/ 4291965 w 5253605"/>
                <a:gd name="connsiteY16" fmla="*/ 4732739 h 5316811"/>
                <a:gd name="connsiteX17" fmla="*/ 4243864 w 5253605"/>
                <a:gd name="connsiteY17" fmla="*/ 4774840 h 5316811"/>
                <a:gd name="connsiteX18" fmla="*/ 4195001 w 5253605"/>
                <a:gd name="connsiteY18" fmla="*/ 4816464 h 5316811"/>
                <a:gd name="connsiteX19" fmla="*/ 4182713 w 5253605"/>
                <a:gd name="connsiteY19" fmla="*/ 4826846 h 5316811"/>
                <a:gd name="connsiteX20" fmla="*/ 4169950 w 5253605"/>
                <a:gd name="connsiteY20" fmla="*/ 4836752 h 5316811"/>
                <a:gd name="connsiteX21" fmla="*/ 4144423 w 5253605"/>
                <a:gd name="connsiteY21" fmla="*/ 4856469 h 5316811"/>
                <a:gd name="connsiteX22" fmla="*/ 4093274 w 5253605"/>
                <a:gd name="connsiteY22" fmla="*/ 4895998 h 5316811"/>
                <a:gd name="connsiteX23" fmla="*/ 3986975 w 5253605"/>
                <a:gd name="connsiteY23" fmla="*/ 4970674 h 5316811"/>
                <a:gd name="connsiteX24" fmla="*/ 3875818 w 5253605"/>
                <a:gd name="connsiteY24" fmla="*/ 5039159 h 5316811"/>
                <a:gd name="connsiteX25" fmla="*/ 3391757 w 5253605"/>
                <a:gd name="connsiteY25" fmla="*/ 5239184 h 5316811"/>
                <a:gd name="connsiteX26" fmla="*/ 2878931 w 5253605"/>
                <a:gd name="connsiteY26" fmla="*/ 5314431 h 5316811"/>
                <a:gd name="connsiteX27" fmla="*/ 2814828 w 5253605"/>
                <a:gd name="connsiteY27" fmla="*/ 5316145 h 5316811"/>
                <a:gd name="connsiteX28" fmla="*/ 2782824 w 5253605"/>
                <a:gd name="connsiteY28" fmla="*/ 5316812 h 5316811"/>
                <a:gd name="connsiteX29" fmla="*/ 2750915 w 5253605"/>
                <a:gd name="connsiteY29" fmla="*/ 5316336 h 5316811"/>
                <a:gd name="connsiteX30" fmla="*/ 2687193 w 5253605"/>
                <a:gd name="connsiteY30" fmla="*/ 5314812 h 5316811"/>
                <a:gd name="connsiteX31" fmla="*/ 2623280 w 5253605"/>
                <a:gd name="connsiteY31" fmla="*/ 5312050 h 5316811"/>
                <a:gd name="connsiteX32" fmla="*/ 2494598 w 5253605"/>
                <a:gd name="connsiteY32" fmla="*/ 5301572 h 5316811"/>
                <a:gd name="connsiteX33" fmla="*/ 2366772 w 5253605"/>
                <a:gd name="connsiteY33" fmla="*/ 5284713 h 5316811"/>
                <a:gd name="connsiteX34" fmla="*/ 2240280 w 5253605"/>
                <a:gd name="connsiteY34" fmla="*/ 5261377 h 5316811"/>
                <a:gd name="connsiteX35" fmla="*/ 2115312 w 5253605"/>
                <a:gd name="connsiteY35" fmla="*/ 5232516 h 5316811"/>
                <a:gd name="connsiteX36" fmla="*/ 1992154 w 5253605"/>
                <a:gd name="connsiteY36" fmla="*/ 5198226 h 5316811"/>
                <a:gd name="connsiteX37" fmla="*/ 1931289 w 5253605"/>
                <a:gd name="connsiteY37" fmla="*/ 5179081 h 5316811"/>
                <a:gd name="connsiteX38" fmla="*/ 1870805 w 5253605"/>
                <a:gd name="connsiteY38" fmla="*/ 5159269 h 5316811"/>
                <a:gd name="connsiteX39" fmla="*/ 1405985 w 5253605"/>
                <a:gd name="connsiteY39" fmla="*/ 4958482 h 5316811"/>
                <a:gd name="connsiteX40" fmla="*/ 980027 w 5253605"/>
                <a:gd name="connsiteY40" fmla="*/ 4689210 h 5316811"/>
                <a:gd name="connsiteX41" fmla="*/ 881634 w 5253605"/>
                <a:gd name="connsiteY41" fmla="*/ 4610438 h 5316811"/>
                <a:gd name="connsiteX42" fmla="*/ 787337 w 5253605"/>
                <a:gd name="connsiteY42" fmla="*/ 4526904 h 5316811"/>
                <a:gd name="connsiteX43" fmla="*/ 764191 w 5253605"/>
                <a:gd name="connsiteY43" fmla="*/ 4505568 h 5316811"/>
                <a:gd name="connsiteX44" fmla="*/ 752570 w 5253605"/>
                <a:gd name="connsiteY44" fmla="*/ 4494900 h 5316811"/>
                <a:gd name="connsiteX45" fmla="*/ 741426 w 5253605"/>
                <a:gd name="connsiteY45" fmla="*/ 4483756 h 5316811"/>
                <a:gd name="connsiteX46" fmla="*/ 697040 w 5253605"/>
                <a:gd name="connsiteY46" fmla="*/ 4439083 h 5316811"/>
                <a:gd name="connsiteX47" fmla="*/ 652748 w 5253605"/>
                <a:gd name="connsiteY47" fmla="*/ 4394221 h 5316811"/>
                <a:gd name="connsiteX48" fmla="*/ 610076 w 5253605"/>
                <a:gd name="connsiteY48" fmla="*/ 4347929 h 5316811"/>
                <a:gd name="connsiteX49" fmla="*/ 567595 w 5253605"/>
                <a:gd name="connsiteY49" fmla="*/ 4301352 h 5316811"/>
                <a:gd name="connsiteX50" fmla="*/ 527209 w 5253605"/>
                <a:gd name="connsiteY50" fmla="*/ 4252965 h 5316811"/>
                <a:gd name="connsiteX51" fmla="*/ 487204 w 5253605"/>
                <a:gd name="connsiteY51" fmla="*/ 4204292 h 5316811"/>
                <a:gd name="connsiteX52" fmla="*/ 449866 w 5253605"/>
                <a:gd name="connsiteY52" fmla="*/ 4153619 h 5316811"/>
                <a:gd name="connsiteX53" fmla="*/ 413004 w 5253605"/>
                <a:gd name="connsiteY53" fmla="*/ 4102565 h 5316811"/>
                <a:gd name="connsiteX54" fmla="*/ 379190 w 5253605"/>
                <a:gd name="connsiteY54" fmla="*/ 4049416 h 5316811"/>
                <a:gd name="connsiteX55" fmla="*/ 345853 w 5253605"/>
                <a:gd name="connsiteY55" fmla="*/ 3996076 h 5316811"/>
                <a:gd name="connsiteX56" fmla="*/ 315182 w 5253605"/>
                <a:gd name="connsiteY56" fmla="*/ 3941212 h 5316811"/>
                <a:gd name="connsiteX57" fmla="*/ 124492 w 5253605"/>
                <a:gd name="connsiteY57" fmla="*/ 3479630 h 5316811"/>
                <a:gd name="connsiteX58" fmla="*/ 27527 w 5253605"/>
                <a:gd name="connsiteY58" fmla="*/ 2994998 h 5316811"/>
                <a:gd name="connsiteX59" fmla="*/ 14573 w 5253605"/>
                <a:gd name="connsiteY59" fmla="*/ 2872792 h 5316811"/>
                <a:gd name="connsiteX60" fmla="*/ 6001 w 5253605"/>
                <a:gd name="connsiteY60" fmla="*/ 2750396 h 5316811"/>
                <a:gd name="connsiteX61" fmla="*/ 4858 w 5253605"/>
                <a:gd name="connsiteY61" fmla="*/ 2735061 h 5316811"/>
                <a:gd name="connsiteX62" fmla="*/ 4382 w 5253605"/>
                <a:gd name="connsiteY62" fmla="*/ 2719726 h 5316811"/>
                <a:gd name="connsiteX63" fmla="*/ 3429 w 5253605"/>
                <a:gd name="connsiteY63" fmla="*/ 2689055 h 5316811"/>
                <a:gd name="connsiteX64" fmla="*/ 1143 w 5253605"/>
                <a:gd name="connsiteY64" fmla="*/ 2627714 h 5316811"/>
                <a:gd name="connsiteX65" fmla="*/ 0 w 5253605"/>
                <a:gd name="connsiteY65" fmla="*/ 2596948 h 5316811"/>
                <a:gd name="connsiteX66" fmla="*/ 95 w 5253605"/>
                <a:gd name="connsiteY66" fmla="*/ 2565516 h 5316811"/>
                <a:gd name="connsiteX67" fmla="*/ 0 w 5253605"/>
                <a:gd name="connsiteY67" fmla="*/ 2534083 h 5316811"/>
                <a:gd name="connsiteX68" fmla="*/ 1334 w 5253605"/>
                <a:gd name="connsiteY68" fmla="*/ 2502556 h 5316811"/>
                <a:gd name="connsiteX69" fmla="*/ 31814 w 5253605"/>
                <a:gd name="connsiteY69" fmla="*/ 2249476 h 5316811"/>
                <a:gd name="connsiteX70" fmla="*/ 107156 w 5253605"/>
                <a:gd name="connsiteY70" fmla="*/ 2000874 h 5316811"/>
                <a:gd name="connsiteX71" fmla="*/ 368999 w 5253605"/>
                <a:gd name="connsiteY71" fmla="*/ 1552722 h 5316811"/>
                <a:gd name="connsiteX72" fmla="*/ 693706 w 5253605"/>
                <a:gd name="connsiteY72" fmla="*/ 1180390 h 5316811"/>
                <a:gd name="connsiteX73" fmla="*/ 854488 w 5253605"/>
                <a:gd name="connsiteY73" fmla="*/ 1011131 h 5316811"/>
                <a:gd name="connsiteX74" fmla="*/ 934784 w 5253605"/>
                <a:gd name="connsiteY74" fmla="*/ 924168 h 5316811"/>
                <a:gd name="connsiteX75" fmla="*/ 1019175 w 5253605"/>
                <a:gd name="connsiteY75" fmla="*/ 835014 h 5316811"/>
                <a:gd name="connsiteX76" fmla="*/ 1390841 w 5253605"/>
                <a:gd name="connsiteY76" fmla="*/ 492019 h 5316811"/>
                <a:gd name="connsiteX77" fmla="*/ 1838897 w 5253605"/>
                <a:gd name="connsiteY77" fmla="*/ 201792 h 5316811"/>
                <a:gd name="connsiteX78" fmla="*/ 2367058 w 5253605"/>
                <a:gd name="connsiteY78" fmla="*/ 26532 h 5316811"/>
                <a:gd name="connsiteX79" fmla="*/ 2401729 w 5253605"/>
                <a:gd name="connsiteY79" fmla="*/ 20721 h 5316811"/>
                <a:gd name="connsiteX80" fmla="*/ 2436495 w 5253605"/>
                <a:gd name="connsiteY80" fmla="*/ 16054 h 5316811"/>
                <a:gd name="connsiteX81" fmla="*/ 2471357 w 5253605"/>
                <a:gd name="connsiteY81" fmla="*/ 11577 h 5316811"/>
                <a:gd name="connsiteX82" fmla="*/ 2506218 w 5253605"/>
                <a:gd name="connsiteY82" fmla="*/ 8148 h 5316811"/>
                <a:gd name="connsiteX83" fmla="*/ 2576036 w 5253605"/>
                <a:gd name="connsiteY83" fmla="*/ 3100 h 5316811"/>
                <a:gd name="connsiteX84" fmla="*/ 2645759 w 5253605"/>
                <a:gd name="connsiteY84" fmla="*/ 528 h 5316811"/>
                <a:gd name="connsiteX85" fmla="*/ 2680526 w 5253605"/>
                <a:gd name="connsiteY85" fmla="*/ 147 h 5316811"/>
                <a:gd name="connsiteX86" fmla="*/ 2714816 w 5253605"/>
                <a:gd name="connsiteY86" fmla="*/ 433 h 5316811"/>
                <a:gd name="connsiteX87" fmla="*/ 2781967 w 5253605"/>
                <a:gd name="connsiteY87" fmla="*/ 3195 h 5316811"/>
                <a:gd name="connsiteX88" fmla="*/ 2849023 w 5253605"/>
                <a:gd name="connsiteY88" fmla="*/ 6148 h 5316811"/>
                <a:gd name="connsiteX89" fmla="*/ 2916174 w 5253605"/>
                <a:gd name="connsiteY89" fmla="*/ 12435 h 5316811"/>
                <a:gd name="connsiteX90" fmla="*/ 3444621 w 5253605"/>
                <a:gd name="connsiteY90" fmla="*/ 123401 h 5316811"/>
                <a:gd name="connsiteX91" fmla="*/ 3571589 w 5253605"/>
                <a:gd name="connsiteY91" fmla="*/ 169788 h 5316811"/>
                <a:gd name="connsiteX92" fmla="*/ 3602736 w 5253605"/>
                <a:gd name="connsiteY92" fmla="*/ 182551 h 5316811"/>
                <a:gd name="connsiteX93" fmla="*/ 3633597 w 5253605"/>
                <a:gd name="connsiteY93" fmla="*/ 195981 h 5316811"/>
                <a:gd name="connsiteX94" fmla="*/ 3695319 w 5253605"/>
                <a:gd name="connsiteY94" fmla="*/ 222937 h 5316811"/>
                <a:gd name="connsiteX95" fmla="*/ 3725799 w 5253605"/>
                <a:gd name="connsiteY95" fmla="*/ 237130 h 5316811"/>
                <a:gd name="connsiteX96" fmla="*/ 3740944 w 5253605"/>
                <a:gd name="connsiteY96" fmla="*/ 244368 h 5316811"/>
                <a:gd name="connsiteX97" fmla="*/ 3755327 w 5253605"/>
                <a:gd name="connsiteY97" fmla="*/ 253132 h 5316811"/>
                <a:gd name="connsiteX98" fmla="*/ 3812381 w 5253605"/>
                <a:gd name="connsiteY98" fmla="*/ 288660 h 5316811"/>
                <a:gd name="connsiteX99" fmla="*/ 3840575 w 5253605"/>
                <a:gd name="connsiteY99" fmla="*/ 306662 h 5316811"/>
                <a:gd name="connsiteX100" fmla="*/ 3867912 w 5253605"/>
                <a:gd name="connsiteY100" fmla="*/ 325807 h 5316811"/>
                <a:gd name="connsiteX101" fmla="*/ 3922014 w 5253605"/>
                <a:gd name="connsiteY101" fmla="*/ 364574 h 5316811"/>
                <a:gd name="connsiteX102" fmla="*/ 4307682 w 5253605"/>
                <a:gd name="connsiteY102" fmla="*/ 712522 h 5316811"/>
                <a:gd name="connsiteX103" fmla="*/ 4351592 w 5253605"/>
                <a:gd name="connsiteY103" fmla="*/ 758433 h 5316811"/>
                <a:gd name="connsiteX104" fmla="*/ 4393788 w 5253605"/>
                <a:gd name="connsiteY104" fmla="*/ 805486 h 5316811"/>
                <a:gd name="connsiteX105" fmla="*/ 4436078 w 5253605"/>
                <a:gd name="connsiteY105" fmla="*/ 852159 h 5316811"/>
                <a:gd name="connsiteX106" fmla="*/ 4477131 w 5253605"/>
                <a:gd name="connsiteY106" fmla="*/ 899593 h 5316811"/>
                <a:gd name="connsiteX107" fmla="*/ 4558189 w 5253605"/>
                <a:gd name="connsiteY107" fmla="*/ 994558 h 5316811"/>
                <a:gd name="connsiteX108" fmla="*/ 4598575 w 5253605"/>
                <a:gd name="connsiteY108" fmla="*/ 1041802 h 5316811"/>
                <a:gd name="connsiteX109" fmla="*/ 4639437 w 5253605"/>
                <a:gd name="connsiteY109" fmla="*/ 1088855 h 5316811"/>
                <a:gd name="connsiteX110" fmla="*/ 4800124 w 5253605"/>
                <a:gd name="connsiteY110" fmla="*/ 1281832 h 5316811"/>
                <a:gd name="connsiteX111" fmla="*/ 4943571 w 5253605"/>
                <a:gd name="connsiteY111" fmla="*/ 1489667 h 5316811"/>
                <a:gd name="connsiteX112" fmla="*/ 5163407 w 5253605"/>
                <a:gd name="connsiteY112" fmla="*/ 1951153 h 5316811"/>
                <a:gd name="connsiteX113" fmla="*/ 5253514 w 5253605"/>
                <a:gd name="connsiteY113" fmla="*/ 2466361 h 5316811"/>
                <a:gd name="connsiteX114" fmla="*/ 5231321 w 5253605"/>
                <a:gd name="connsiteY114" fmla="*/ 2731632 h 5316811"/>
                <a:gd name="connsiteX115" fmla="*/ 5161121 w 5253605"/>
                <a:gd name="connsiteY115" fmla="*/ 2988712 h 5316811"/>
                <a:gd name="connsiteX116" fmla="*/ 4854893 w 5253605"/>
                <a:gd name="connsiteY116" fmla="*/ 2877174 h 5316811"/>
                <a:gd name="connsiteX117" fmla="*/ 4932045 w 5253605"/>
                <a:gd name="connsiteY117" fmla="*/ 2465789 h 5316811"/>
                <a:gd name="connsiteX118" fmla="*/ 4869371 w 5253605"/>
                <a:gd name="connsiteY118" fmla="*/ 2043355 h 5316811"/>
                <a:gd name="connsiteX119" fmla="*/ 4688777 w 5253605"/>
                <a:gd name="connsiteY119" fmla="*/ 1639210 h 5316811"/>
                <a:gd name="connsiteX120" fmla="*/ 4566285 w 5253605"/>
                <a:gd name="connsiteY120" fmla="*/ 1449186 h 5316811"/>
                <a:gd name="connsiteX121" fmla="*/ 4427411 w 5253605"/>
                <a:gd name="connsiteY121" fmla="*/ 1268211 h 5316811"/>
                <a:gd name="connsiteX122" fmla="*/ 4262819 w 5253605"/>
                <a:gd name="connsiteY122" fmla="*/ 1106381 h 5316811"/>
                <a:gd name="connsiteX123" fmla="*/ 4174141 w 5253605"/>
                <a:gd name="connsiteY123" fmla="*/ 1033134 h 5316811"/>
                <a:gd name="connsiteX124" fmla="*/ 4128992 w 5253605"/>
                <a:gd name="connsiteY124" fmla="*/ 997891 h 5316811"/>
                <a:gd name="connsiteX125" fmla="*/ 4082225 w 5253605"/>
                <a:gd name="connsiteY125" fmla="*/ 965125 h 5316811"/>
                <a:gd name="connsiteX126" fmla="*/ 3690176 w 5253605"/>
                <a:gd name="connsiteY126" fmla="*/ 749479 h 5316811"/>
                <a:gd name="connsiteX127" fmla="*/ 3639598 w 5253605"/>
                <a:gd name="connsiteY127" fmla="*/ 728810 h 5316811"/>
                <a:gd name="connsiteX128" fmla="*/ 3614547 w 5253605"/>
                <a:gd name="connsiteY128" fmla="*/ 718237 h 5316811"/>
                <a:gd name="connsiteX129" fmla="*/ 3589020 w 5253605"/>
                <a:gd name="connsiteY129" fmla="*/ 708998 h 5316811"/>
                <a:gd name="connsiteX130" fmla="*/ 3538061 w 5253605"/>
                <a:gd name="connsiteY130" fmla="*/ 690996 h 5316811"/>
                <a:gd name="connsiteX131" fmla="*/ 3525393 w 5253605"/>
                <a:gd name="connsiteY131" fmla="*/ 686424 h 5316811"/>
                <a:gd name="connsiteX132" fmla="*/ 3513582 w 5253605"/>
                <a:gd name="connsiteY132" fmla="*/ 680233 h 5316811"/>
                <a:gd name="connsiteX133" fmla="*/ 3489198 w 5253605"/>
                <a:gd name="connsiteY133" fmla="*/ 669565 h 5316811"/>
                <a:gd name="connsiteX134" fmla="*/ 3439954 w 5253605"/>
                <a:gd name="connsiteY134" fmla="*/ 649467 h 5316811"/>
                <a:gd name="connsiteX135" fmla="*/ 3415379 w 5253605"/>
                <a:gd name="connsiteY135" fmla="*/ 639370 h 5316811"/>
                <a:gd name="connsiteX136" fmla="*/ 3390614 w 5253605"/>
                <a:gd name="connsiteY136" fmla="*/ 629845 h 5316811"/>
                <a:gd name="connsiteX137" fmla="*/ 3289935 w 5253605"/>
                <a:gd name="connsiteY137" fmla="*/ 596127 h 5316811"/>
                <a:gd name="connsiteX138" fmla="*/ 2872359 w 5253605"/>
                <a:gd name="connsiteY138" fmla="*/ 522879 h 5316811"/>
                <a:gd name="connsiteX139" fmla="*/ 2819114 w 5253605"/>
                <a:gd name="connsiteY139" fmla="*/ 519260 h 5316811"/>
                <a:gd name="connsiteX140" fmla="*/ 2765489 w 5253605"/>
                <a:gd name="connsiteY140" fmla="*/ 518593 h 5316811"/>
                <a:gd name="connsiteX141" fmla="*/ 2711863 w 5253605"/>
                <a:gd name="connsiteY141" fmla="*/ 517736 h 5316811"/>
                <a:gd name="connsiteX142" fmla="*/ 2685764 w 5253605"/>
                <a:gd name="connsiteY142" fmla="*/ 517927 h 5316811"/>
                <a:gd name="connsiteX143" fmla="*/ 2660142 w 5253605"/>
                <a:gd name="connsiteY143" fmla="*/ 518689 h 5316811"/>
                <a:gd name="connsiteX144" fmla="*/ 2609183 w 5253605"/>
                <a:gd name="connsiteY144" fmla="*/ 521546 h 5316811"/>
                <a:gd name="connsiteX145" fmla="*/ 2558606 w 5253605"/>
                <a:gd name="connsiteY145" fmla="*/ 526118 h 5316811"/>
                <a:gd name="connsiteX146" fmla="*/ 2533364 w 5253605"/>
                <a:gd name="connsiteY146" fmla="*/ 528690 h 5316811"/>
                <a:gd name="connsiteX147" fmla="*/ 2508314 w 5253605"/>
                <a:gd name="connsiteY147" fmla="*/ 532119 h 5316811"/>
                <a:gd name="connsiteX148" fmla="*/ 2483263 w 5253605"/>
                <a:gd name="connsiteY148" fmla="*/ 535548 h 5316811"/>
                <a:gd name="connsiteX149" fmla="*/ 2458403 w 5253605"/>
                <a:gd name="connsiteY149" fmla="*/ 539929 h 5316811"/>
                <a:gd name="connsiteX150" fmla="*/ 2073021 w 5253605"/>
                <a:gd name="connsiteY150" fmla="*/ 664993 h 5316811"/>
                <a:gd name="connsiteX151" fmla="*/ 1711262 w 5253605"/>
                <a:gd name="connsiteY151" fmla="*/ 892069 h 5316811"/>
                <a:gd name="connsiteX152" fmla="*/ 1361599 w 5253605"/>
                <a:gd name="connsiteY152" fmla="*/ 1183153 h 5316811"/>
                <a:gd name="connsiteX153" fmla="*/ 1182338 w 5253605"/>
                <a:gd name="connsiteY153" fmla="*/ 1342030 h 5316811"/>
                <a:gd name="connsiteX154" fmla="*/ 991553 w 5253605"/>
                <a:gd name="connsiteY154" fmla="*/ 1499859 h 5316811"/>
                <a:gd name="connsiteX155" fmla="*/ 616649 w 5253605"/>
                <a:gd name="connsiteY155" fmla="*/ 1785133 h 5316811"/>
                <a:gd name="connsiteX156" fmla="*/ 447580 w 5253605"/>
                <a:gd name="connsiteY156" fmla="*/ 1933056 h 5316811"/>
                <a:gd name="connsiteX157" fmla="*/ 306419 w 5253605"/>
                <a:gd name="connsiteY157" fmla="*/ 2101458 h 5316811"/>
                <a:gd name="connsiteX158" fmla="*/ 207740 w 5253605"/>
                <a:gd name="connsiteY158" fmla="*/ 2296720 h 5316811"/>
                <a:gd name="connsiteX159" fmla="*/ 159734 w 5253605"/>
                <a:gd name="connsiteY159" fmla="*/ 2513224 h 5316811"/>
                <a:gd name="connsiteX160" fmla="*/ 156972 w 5253605"/>
                <a:gd name="connsiteY160" fmla="*/ 2541132 h 5316811"/>
                <a:gd name="connsiteX161" fmla="*/ 155543 w 5253605"/>
                <a:gd name="connsiteY161" fmla="*/ 2569231 h 5316811"/>
                <a:gd name="connsiteX162" fmla="*/ 154305 w 5253605"/>
                <a:gd name="connsiteY162" fmla="*/ 2597424 h 5316811"/>
                <a:gd name="connsiteX163" fmla="*/ 154400 w 5253605"/>
                <a:gd name="connsiteY163" fmla="*/ 2626286 h 5316811"/>
                <a:gd name="connsiteX164" fmla="*/ 155162 w 5253605"/>
                <a:gd name="connsiteY164" fmla="*/ 2684102 h 5316811"/>
                <a:gd name="connsiteX165" fmla="*/ 155734 w 5253605"/>
                <a:gd name="connsiteY165" fmla="*/ 2713058 h 5316811"/>
                <a:gd name="connsiteX166" fmla="*/ 156019 w 5253605"/>
                <a:gd name="connsiteY166" fmla="*/ 2727536 h 5316811"/>
                <a:gd name="connsiteX167" fmla="*/ 157163 w 5253605"/>
                <a:gd name="connsiteY167" fmla="*/ 2741919 h 5316811"/>
                <a:gd name="connsiteX168" fmla="*/ 167450 w 5253605"/>
                <a:gd name="connsiteY168" fmla="*/ 2857171 h 5316811"/>
                <a:gd name="connsiteX169" fmla="*/ 185261 w 5253605"/>
                <a:gd name="connsiteY169" fmla="*/ 2971471 h 5316811"/>
                <a:gd name="connsiteX170" fmla="*/ 323374 w 5253605"/>
                <a:gd name="connsiteY170" fmla="*/ 3410288 h 5316811"/>
                <a:gd name="connsiteX171" fmla="*/ 539020 w 5253605"/>
                <a:gd name="connsiteY171" fmla="*/ 3812243 h 5316811"/>
                <a:gd name="connsiteX172" fmla="*/ 569405 w 5253605"/>
                <a:gd name="connsiteY172" fmla="*/ 3860249 h 5316811"/>
                <a:gd name="connsiteX173" fmla="*/ 601790 w 5253605"/>
                <a:gd name="connsiteY173" fmla="*/ 3906922 h 5316811"/>
                <a:gd name="connsiteX174" fmla="*/ 633698 w 5253605"/>
                <a:gd name="connsiteY174" fmla="*/ 3953785 h 5316811"/>
                <a:gd name="connsiteX175" fmla="*/ 667417 w 5253605"/>
                <a:gd name="connsiteY175" fmla="*/ 3999505 h 5316811"/>
                <a:gd name="connsiteX176" fmla="*/ 700564 w 5253605"/>
                <a:gd name="connsiteY176" fmla="*/ 4045606 h 5316811"/>
                <a:gd name="connsiteX177" fmla="*/ 735521 w 5253605"/>
                <a:gd name="connsiteY177" fmla="*/ 4090373 h 5316811"/>
                <a:gd name="connsiteX178" fmla="*/ 770287 w 5253605"/>
                <a:gd name="connsiteY178" fmla="*/ 4135331 h 5316811"/>
                <a:gd name="connsiteX179" fmla="*/ 806958 w 5253605"/>
                <a:gd name="connsiteY179" fmla="*/ 4178861 h 5316811"/>
                <a:gd name="connsiteX180" fmla="*/ 843915 w 5253605"/>
                <a:gd name="connsiteY180" fmla="*/ 4222104 h 5316811"/>
                <a:gd name="connsiteX181" fmla="*/ 882872 w 5253605"/>
                <a:gd name="connsiteY181" fmla="*/ 4263728 h 5316811"/>
                <a:gd name="connsiteX182" fmla="*/ 922401 w 5253605"/>
                <a:gd name="connsiteY182" fmla="*/ 4304781 h 5316811"/>
                <a:gd name="connsiteX183" fmla="*/ 932307 w 5253605"/>
                <a:gd name="connsiteY183" fmla="*/ 4315068 h 5316811"/>
                <a:gd name="connsiteX184" fmla="*/ 942689 w 5253605"/>
                <a:gd name="connsiteY184" fmla="*/ 4324783 h 5316811"/>
                <a:gd name="connsiteX185" fmla="*/ 963454 w 5253605"/>
                <a:gd name="connsiteY185" fmla="*/ 4344310 h 5316811"/>
                <a:gd name="connsiteX186" fmla="*/ 1005078 w 5253605"/>
                <a:gd name="connsiteY186" fmla="*/ 4383362 h 5316811"/>
                <a:gd name="connsiteX187" fmla="*/ 1015460 w 5253605"/>
                <a:gd name="connsiteY187" fmla="*/ 4393173 h 5316811"/>
                <a:gd name="connsiteX188" fmla="*/ 1026319 w 5253605"/>
                <a:gd name="connsiteY188" fmla="*/ 4402412 h 5316811"/>
                <a:gd name="connsiteX189" fmla="*/ 1047941 w 5253605"/>
                <a:gd name="connsiteY189" fmla="*/ 4420986 h 5316811"/>
                <a:gd name="connsiteX190" fmla="*/ 1135666 w 5253605"/>
                <a:gd name="connsiteY190" fmla="*/ 4494138 h 5316811"/>
                <a:gd name="connsiteX191" fmla="*/ 1520190 w 5253605"/>
                <a:gd name="connsiteY191" fmla="*/ 4741407 h 5316811"/>
                <a:gd name="connsiteX192" fmla="*/ 1949577 w 5253605"/>
                <a:gd name="connsiteY192" fmla="*/ 4898284 h 5316811"/>
                <a:gd name="connsiteX193" fmla="*/ 2005298 w 5253605"/>
                <a:gd name="connsiteY193" fmla="*/ 4910761 h 5316811"/>
                <a:gd name="connsiteX194" fmla="*/ 2061210 w 5253605"/>
                <a:gd name="connsiteY194" fmla="*/ 4922191 h 5316811"/>
                <a:gd name="connsiteX195" fmla="*/ 2117503 w 5253605"/>
                <a:gd name="connsiteY195" fmla="*/ 4931336 h 5316811"/>
                <a:gd name="connsiteX196" fmla="*/ 2145602 w 5253605"/>
                <a:gd name="connsiteY196" fmla="*/ 4935907 h 5316811"/>
                <a:gd name="connsiteX197" fmla="*/ 2173796 w 5253605"/>
                <a:gd name="connsiteY197" fmla="*/ 4939908 h 5316811"/>
                <a:gd name="connsiteX198" fmla="*/ 2286857 w 5253605"/>
                <a:gd name="connsiteY198" fmla="*/ 4952005 h 5316811"/>
                <a:gd name="connsiteX199" fmla="*/ 2400109 w 5253605"/>
                <a:gd name="connsiteY199" fmla="*/ 4958482 h 5316811"/>
                <a:gd name="connsiteX200" fmla="*/ 2513267 w 5253605"/>
                <a:gd name="connsiteY200" fmla="*/ 4959815 h 5316811"/>
                <a:gd name="connsiteX201" fmla="*/ 2569750 w 5253605"/>
                <a:gd name="connsiteY201" fmla="*/ 4958101 h 5316811"/>
                <a:gd name="connsiteX202" fmla="*/ 2626043 w 5253605"/>
                <a:gd name="connsiteY202" fmla="*/ 4956386 h 5316811"/>
                <a:gd name="connsiteX203" fmla="*/ 2682907 w 5253605"/>
                <a:gd name="connsiteY203" fmla="*/ 4953243 h 5316811"/>
                <a:gd name="connsiteX204" fmla="*/ 2739962 w 5253605"/>
                <a:gd name="connsiteY204" fmla="*/ 4949433 h 5316811"/>
                <a:gd name="connsiteX205" fmla="*/ 2768441 w 5253605"/>
                <a:gd name="connsiteY205" fmla="*/ 4947814 h 5316811"/>
                <a:gd name="connsiteX206" fmla="*/ 2796731 w 5253605"/>
                <a:gd name="connsiteY206" fmla="*/ 4945052 h 5316811"/>
                <a:gd name="connsiteX207" fmla="*/ 2853214 w 5253605"/>
                <a:gd name="connsiteY207" fmla="*/ 4939718 h 5316811"/>
                <a:gd name="connsiteX208" fmla="*/ 3293555 w 5253605"/>
                <a:gd name="connsiteY208" fmla="*/ 4866947 h 5316811"/>
                <a:gd name="connsiteX209" fmla="*/ 3709988 w 5253605"/>
                <a:gd name="connsiteY209" fmla="*/ 4726739 h 5316811"/>
                <a:gd name="connsiteX210" fmla="*/ 3809524 w 5253605"/>
                <a:gd name="connsiteY210" fmla="*/ 4678637 h 5316811"/>
                <a:gd name="connsiteX211" fmla="*/ 3906679 w 5253605"/>
                <a:gd name="connsiteY211" fmla="*/ 4624726 h 5316811"/>
                <a:gd name="connsiteX212" fmla="*/ 3954018 w 5253605"/>
                <a:gd name="connsiteY212" fmla="*/ 4595198 h 5316811"/>
                <a:gd name="connsiteX213" fmla="*/ 3977735 w 5253605"/>
                <a:gd name="connsiteY213" fmla="*/ 4580339 h 5316811"/>
                <a:gd name="connsiteX214" fmla="*/ 3989546 w 5253605"/>
                <a:gd name="connsiteY214" fmla="*/ 4572910 h 5316811"/>
                <a:gd name="connsiteX215" fmla="*/ 4000976 w 5253605"/>
                <a:gd name="connsiteY215" fmla="*/ 4564814 h 5316811"/>
                <a:gd name="connsiteX216" fmla="*/ 4046982 w 5253605"/>
                <a:gd name="connsiteY216" fmla="*/ 4532619 h 5316811"/>
                <a:gd name="connsiteX217" fmla="*/ 4092416 w 5253605"/>
                <a:gd name="connsiteY217" fmla="*/ 4499377 h 5316811"/>
                <a:gd name="connsiteX218" fmla="*/ 4136708 w 5253605"/>
                <a:gd name="connsiteY218" fmla="*/ 4464325 h 5316811"/>
                <a:gd name="connsiteX219" fmla="*/ 4180237 w 5253605"/>
                <a:gd name="connsiteY219" fmla="*/ 4428225 h 5316811"/>
                <a:gd name="connsiteX220" fmla="*/ 4222718 w 5253605"/>
                <a:gd name="connsiteY220" fmla="*/ 4390601 h 5316811"/>
                <a:gd name="connsiteX221" fmla="*/ 4264248 w 5253605"/>
                <a:gd name="connsiteY221" fmla="*/ 4352120 h 5316811"/>
                <a:gd name="connsiteX222" fmla="*/ 4413028 w 5253605"/>
                <a:gd name="connsiteY222" fmla="*/ 4189052 h 5316811"/>
                <a:gd name="connsiteX223" fmla="*/ 4522566 w 5253605"/>
                <a:gd name="connsiteY223" fmla="*/ 4011220 h 5316811"/>
                <a:gd name="connsiteX224" fmla="*/ 4543425 w 5253605"/>
                <a:gd name="connsiteY224" fmla="*/ 3963500 h 5316811"/>
                <a:gd name="connsiteX225" fmla="*/ 4561332 w 5253605"/>
                <a:gd name="connsiteY225" fmla="*/ 3913208 h 5316811"/>
                <a:gd name="connsiteX226" fmla="*/ 4577715 w 5253605"/>
                <a:gd name="connsiteY226" fmla="*/ 3861106 h 5316811"/>
                <a:gd name="connsiteX227" fmla="*/ 4593050 w 5253605"/>
                <a:gd name="connsiteY227" fmla="*/ 3807481 h 5316811"/>
                <a:gd name="connsiteX228" fmla="*/ 4706017 w 5253605"/>
                <a:gd name="connsiteY228" fmla="*/ 3343423 h 5316811"/>
                <a:gd name="connsiteX229" fmla="*/ 4854893 w 5253605"/>
                <a:gd name="connsiteY229" fmla="*/ 2877174 h 5316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Lst>
              <a:rect l="l" t="t" r="r" b="b"/>
              <a:pathLst>
                <a:path w="5253605" h="5316811">
                  <a:moveTo>
                    <a:pt x="5161121" y="2988712"/>
                  </a:moveTo>
                  <a:cubicBezTo>
                    <a:pt x="5107591" y="3134635"/>
                    <a:pt x="5055585" y="3280557"/>
                    <a:pt x="5009674" y="3428671"/>
                  </a:cubicBezTo>
                  <a:lnTo>
                    <a:pt x="4975955" y="3540304"/>
                  </a:lnTo>
                  <a:lnTo>
                    <a:pt x="4943380" y="3653366"/>
                  </a:lnTo>
                  <a:lnTo>
                    <a:pt x="4910995" y="3768619"/>
                  </a:lnTo>
                  <a:lnTo>
                    <a:pt x="4894421" y="3827102"/>
                  </a:lnTo>
                  <a:lnTo>
                    <a:pt x="4876514" y="3886824"/>
                  </a:lnTo>
                  <a:cubicBezTo>
                    <a:pt x="4870990" y="3906541"/>
                    <a:pt x="4863846" y="3927115"/>
                    <a:pt x="4857179" y="3947307"/>
                  </a:cubicBezTo>
                  <a:cubicBezTo>
                    <a:pt x="4850130" y="3967691"/>
                    <a:pt x="4844415" y="3987789"/>
                    <a:pt x="4835843" y="4008458"/>
                  </a:cubicBezTo>
                  <a:lnTo>
                    <a:pt x="4811935" y="4069990"/>
                  </a:lnTo>
                  <a:cubicBezTo>
                    <a:pt x="4802982" y="4090468"/>
                    <a:pt x="4793361" y="4110852"/>
                    <a:pt x="4783932" y="4131236"/>
                  </a:cubicBezTo>
                  <a:cubicBezTo>
                    <a:pt x="4744498" y="4211912"/>
                    <a:pt x="4697349" y="4290874"/>
                    <a:pt x="4643057" y="4359931"/>
                  </a:cubicBezTo>
                  <a:cubicBezTo>
                    <a:pt x="4590288" y="4430987"/>
                    <a:pt x="4532186" y="4493948"/>
                    <a:pt x="4474178" y="4555670"/>
                  </a:cubicBezTo>
                  <a:cubicBezTo>
                    <a:pt x="4459986" y="4571576"/>
                    <a:pt x="4444746" y="4586054"/>
                    <a:pt x="4429792" y="4600913"/>
                  </a:cubicBezTo>
                  <a:lnTo>
                    <a:pt x="4384929" y="4645681"/>
                  </a:lnTo>
                  <a:cubicBezTo>
                    <a:pt x="4370261" y="4660921"/>
                    <a:pt x="4354354" y="4674923"/>
                    <a:pt x="4338733" y="4689400"/>
                  </a:cubicBezTo>
                  <a:lnTo>
                    <a:pt x="4291965" y="4732739"/>
                  </a:lnTo>
                  <a:cubicBezTo>
                    <a:pt x="4276630" y="4747408"/>
                    <a:pt x="4259961" y="4760933"/>
                    <a:pt x="4243864" y="4774840"/>
                  </a:cubicBezTo>
                  <a:lnTo>
                    <a:pt x="4195001" y="4816464"/>
                  </a:lnTo>
                  <a:lnTo>
                    <a:pt x="4182713" y="4826846"/>
                  </a:lnTo>
                  <a:lnTo>
                    <a:pt x="4169950" y="4836752"/>
                  </a:lnTo>
                  <a:lnTo>
                    <a:pt x="4144423" y="4856469"/>
                  </a:lnTo>
                  <a:lnTo>
                    <a:pt x="4093274" y="4895998"/>
                  </a:lnTo>
                  <a:cubicBezTo>
                    <a:pt x="4058603" y="4921620"/>
                    <a:pt x="4022503" y="4945718"/>
                    <a:pt x="3986975" y="4970674"/>
                  </a:cubicBezTo>
                  <a:cubicBezTo>
                    <a:pt x="3950303" y="4993820"/>
                    <a:pt x="3913156" y="5016679"/>
                    <a:pt x="3875818" y="5039159"/>
                  </a:cubicBezTo>
                  <a:cubicBezTo>
                    <a:pt x="3724656" y="5126407"/>
                    <a:pt x="3560636" y="5194225"/>
                    <a:pt x="3391757" y="5239184"/>
                  </a:cubicBezTo>
                  <a:cubicBezTo>
                    <a:pt x="3222879" y="5284332"/>
                    <a:pt x="3049905" y="5307954"/>
                    <a:pt x="2878931" y="5314431"/>
                  </a:cubicBezTo>
                  <a:lnTo>
                    <a:pt x="2814828" y="5316145"/>
                  </a:lnTo>
                  <a:lnTo>
                    <a:pt x="2782824" y="5316812"/>
                  </a:lnTo>
                  <a:lnTo>
                    <a:pt x="2750915" y="5316336"/>
                  </a:lnTo>
                  <a:lnTo>
                    <a:pt x="2687193" y="5314812"/>
                  </a:lnTo>
                  <a:cubicBezTo>
                    <a:pt x="2665952" y="5314241"/>
                    <a:pt x="2644902" y="5314050"/>
                    <a:pt x="2623280" y="5312050"/>
                  </a:cubicBezTo>
                  <a:cubicBezTo>
                    <a:pt x="2580227" y="5308811"/>
                    <a:pt x="2537365" y="5306239"/>
                    <a:pt x="2494598" y="5301572"/>
                  </a:cubicBezTo>
                  <a:lnTo>
                    <a:pt x="2366772" y="5284713"/>
                  </a:lnTo>
                  <a:lnTo>
                    <a:pt x="2240280" y="5261377"/>
                  </a:lnTo>
                  <a:cubicBezTo>
                    <a:pt x="2198465" y="5252042"/>
                    <a:pt x="2156841" y="5242041"/>
                    <a:pt x="2115312" y="5232516"/>
                  </a:cubicBezTo>
                  <a:cubicBezTo>
                    <a:pt x="2073974" y="5222134"/>
                    <a:pt x="2033111" y="5209466"/>
                    <a:pt x="1992154" y="5198226"/>
                  </a:cubicBezTo>
                  <a:cubicBezTo>
                    <a:pt x="1971580" y="5192987"/>
                    <a:pt x="1951577" y="5185558"/>
                    <a:pt x="1931289" y="5179081"/>
                  </a:cubicBezTo>
                  <a:lnTo>
                    <a:pt x="1870805" y="5159269"/>
                  </a:lnTo>
                  <a:cubicBezTo>
                    <a:pt x="1710309" y="5104214"/>
                    <a:pt x="1554861" y="5037063"/>
                    <a:pt x="1405985" y="4958482"/>
                  </a:cubicBezTo>
                  <a:cubicBezTo>
                    <a:pt x="1257205" y="4879805"/>
                    <a:pt x="1113854" y="4790937"/>
                    <a:pt x="980027" y="4689210"/>
                  </a:cubicBezTo>
                  <a:cubicBezTo>
                    <a:pt x="945928" y="4664636"/>
                    <a:pt x="914019" y="4637204"/>
                    <a:pt x="881634" y="4610438"/>
                  </a:cubicBezTo>
                  <a:cubicBezTo>
                    <a:pt x="848678" y="4584245"/>
                    <a:pt x="818293" y="4555289"/>
                    <a:pt x="787337" y="4526904"/>
                  </a:cubicBezTo>
                  <a:lnTo>
                    <a:pt x="764191" y="4505568"/>
                  </a:lnTo>
                  <a:lnTo>
                    <a:pt x="752570" y="4494900"/>
                  </a:lnTo>
                  <a:lnTo>
                    <a:pt x="741426" y="4483756"/>
                  </a:lnTo>
                  <a:lnTo>
                    <a:pt x="697040" y="4439083"/>
                  </a:lnTo>
                  <a:cubicBezTo>
                    <a:pt x="682371" y="4424034"/>
                    <a:pt x="666941" y="4409842"/>
                    <a:pt x="652748" y="4394221"/>
                  </a:cubicBezTo>
                  <a:lnTo>
                    <a:pt x="610076" y="4347929"/>
                  </a:lnTo>
                  <a:cubicBezTo>
                    <a:pt x="595979" y="4332404"/>
                    <a:pt x="581311" y="4317259"/>
                    <a:pt x="567595" y="4301352"/>
                  </a:cubicBezTo>
                  <a:lnTo>
                    <a:pt x="527209" y="4252965"/>
                  </a:lnTo>
                  <a:cubicBezTo>
                    <a:pt x="513874" y="4236773"/>
                    <a:pt x="500158" y="4220771"/>
                    <a:pt x="487204" y="4204292"/>
                  </a:cubicBezTo>
                  <a:lnTo>
                    <a:pt x="449866" y="4153619"/>
                  </a:lnTo>
                  <a:lnTo>
                    <a:pt x="413004" y="4102565"/>
                  </a:lnTo>
                  <a:lnTo>
                    <a:pt x="379190" y="4049416"/>
                  </a:lnTo>
                  <a:cubicBezTo>
                    <a:pt x="367856" y="4031794"/>
                    <a:pt x="356902" y="4013887"/>
                    <a:pt x="345853" y="3996076"/>
                  </a:cubicBezTo>
                  <a:cubicBezTo>
                    <a:pt x="335280" y="3977978"/>
                    <a:pt x="325374" y="3959499"/>
                    <a:pt x="315182" y="3941212"/>
                  </a:cubicBezTo>
                  <a:cubicBezTo>
                    <a:pt x="233839" y="3794717"/>
                    <a:pt x="170974" y="3638888"/>
                    <a:pt x="124492" y="3479630"/>
                  </a:cubicBezTo>
                  <a:cubicBezTo>
                    <a:pt x="77724" y="3320277"/>
                    <a:pt x="47911" y="3157685"/>
                    <a:pt x="27527" y="2994998"/>
                  </a:cubicBezTo>
                  <a:cubicBezTo>
                    <a:pt x="23527" y="2954136"/>
                    <a:pt x="19336" y="2913464"/>
                    <a:pt x="14573" y="2872792"/>
                  </a:cubicBezTo>
                  <a:cubicBezTo>
                    <a:pt x="11811" y="2831930"/>
                    <a:pt x="9239" y="2791163"/>
                    <a:pt x="6001" y="2750396"/>
                  </a:cubicBezTo>
                  <a:lnTo>
                    <a:pt x="4858" y="2735061"/>
                  </a:lnTo>
                  <a:lnTo>
                    <a:pt x="4382" y="2719726"/>
                  </a:lnTo>
                  <a:lnTo>
                    <a:pt x="3429" y="2689055"/>
                  </a:lnTo>
                  <a:lnTo>
                    <a:pt x="1143" y="2627714"/>
                  </a:lnTo>
                  <a:cubicBezTo>
                    <a:pt x="857" y="2617427"/>
                    <a:pt x="95" y="2607331"/>
                    <a:pt x="0" y="2596948"/>
                  </a:cubicBezTo>
                  <a:lnTo>
                    <a:pt x="95" y="2565516"/>
                  </a:lnTo>
                  <a:lnTo>
                    <a:pt x="0" y="2534083"/>
                  </a:lnTo>
                  <a:cubicBezTo>
                    <a:pt x="286" y="2523606"/>
                    <a:pt x="857" y="2513033"/>
                    <a:pt x="1334" y="2502556"/>
                  </a:cubicBezTo>
                  <a:cubicBezTo>
                    <a:pt x="4572" y="2418450"/>
                    <a:pt x="14288" y="2333677"/>
                    <a:pt x="31814" y="2249476"/>
                  </a:cubicBezTo>
                  <a:cubicBezTo>
                    <a:pt x="49340" y="2165371"/>
                    <a:pt x="74771" y="2081932"/>
                    <a:pt x="107156" y="2000874"/>
                  </a:cubicBezTo>
                  <a:cubicBezTo>
                    <a:pt x="172307" y="1838568"/>
                    <a:pt x="266129" y="1688454"/>
                    <a:pt x="368999" y="1552722"/>
                  </a:cubicBezTo>
                  <a:cubicBezTo>
                    <a:pt x="472250" y="1416896"/>
                    <a:pt x="584359" y="1295071"/>
                    <a:pt x="693706" y="1180390"/>
                  </a:cubicBezTo>
                  <a:cubicBezTo>
                    <a:pt x="748379" y="1122955"/>
                    <a:pt x="802672" y="1067233"/>
                    <a:pt x="854488" y="1011131"/>
                  </a:cubicBezTo>
                  <a:lnTo>
                    <a:pt x="934784" y="924168"/>
                  </a:lnTo>
                  <a:cubicBezTo>
                    <a:pt x="962501" y="894354"/>
                    <a:pt x="990600" y="864637"/>
                    <a:pt x="1019175" y="835014"/>
                  </a:cubicBezTo>
                  <a:cubicBezTo>
                    <a:pt x="1133380" y="716618"/>
                    <a:pt x="1255490" y="600318"/>
                    <a:pt x="1390841" y="492019"/>
                  </a:cubicBezTo>
                  <a:cubicBezTo>
                    <a:pt x="1525905" y="383814"/>
                    <a:pt x="1674876" y="283611"/>
                    <a:pt x="1838897" y="201792"/>
                  </a:cubicBezTo>
                  <a:cubicBezTo>
                    <a:pt x="2002536" y="119972"/>
                    <a:pt x="2182082" y="57869"/>
                    <a:pt x="2367058" y="26532"/>
                  </a:cubicBezTo>
                  <a:lnTo>
                    <a:pt x="2401729" y="20721"/>
                  </a:lnTo>
                  <a:cubicBezTo>
                    <a:pt x="2413349" y="19007"/>
                    <a:pt x="2424970" y="17578"/>
                    <a:pt x="2436495" y="16054"/>
                  </a:cubicBezTo>
                  <a:lnTo>
                    <a:pt x="2471357" y="11577"/>
                  </a:lnTo>
                  <a:cubicBezTo>
                    <a:pt x="2482977" y="10149"/>
                    <a:pt x="2494598" y="9291"/>
                    <a:pt x="2506218" y="8148"/>
                  </a:cubicBezTo>
                  <a:cubicBezTo>
                    <a:pt x="2529459" y="6148"/>
                    <a:pt x="2552796" y="3957"/>
                    <a:pt x="2576036" y="3100"/>
                  </a:cubicBezTo>
                  <a:cubicBezTo>
                    <a:pt x="2599277" y="2052"/>
                    <a:pt x="2622614" y="433"/>
                    <a:pt x="2645759" y="528"/>
                  </a:cubicBezTo>
                  <a:lnTo>
                    <a:pt x="2680526" y="147"/>
                  </a:lnTo>
                  <a:cubicBezTo>
                    <a:pt x="2692146" y="-43"/>
                    <a:pt x="2703767" y="-138"/>
                    <a:pt x="2714816" y="433"/>
                  </a:cubicBezTo>
                  <a:lnTo>
                    <a:pt x="2781967" y="3195"/>
                  </a:lnTo>
                  <a:lnTo>
                    <a:pt x="2849023" y="6148"/>
                  </a:lnTo>
                  <a:cubicBezTo>
                    <a:pt x="2871407" y="7291"/>
                    <a:pt x="2893790" y="10339"/>
                    <a:pt x="2916174" y="12435"/>
                  </a:cubicBezTo>
                  <a:cubicBezTo>
                    <a:pt x="3095054" y="29675"/>
                    <a:pt x="3273362" y="66346"/>
                    <a:pt x="3444621" y="123401"/>
                  </a:cubicBezTo>
                  <a:lnTo>
                    <a:pt x="3571589" y="169788"/>
                  </a:lnTo>
                  <a:cubicBezTo>
                    <a:pt x="3582257" y="173407"/>
                    <a:pt x="3592449" y="178170"/>
                    <a:pt x="3602736" y="182551"/>
                  </a:cubicBezTo>
                  <a:lnTo>
                    <a:pt x="3633597" y="195981"/>
                  </a:lnTo>
                  <a:lnTo>
                    <a:pt x="3695319" y="222937"/>
                  </a:lnTo>
                  <a:cubicBezTo>
                    <a:pt x="3705606" y="227414"/>
                    <a:pt x="3715893" y="231891"/>
                    <a:pt x="3725799" y="237130"/>
                  </a:cubicBezTo>
                  <a:cubicBezTo>
                    <a:pt x="3730847" y="239606"/>
                    <a:pt x="3735991" y="241702"/>
                    <a:pt x="3740944" y="244368"/>
                  </a:cubicBezTo>
                  <a:cubicBezTo>
                    <a:pt x="3745802" y="247131"/>
                    <a:pt x="3750564" y="250274"/>
                    <a:pt x="3755327" y="253132"/>
                  </a:cubicBezTo>
                  <a:lnTo>
                    <a:pt x="3812381" y="288660"/>
                  </a:lnTo>
                  <a:cubicBezTo>
                    <a:pt x="3821811" y="294660"/>
                    <a:pt x="3831527" y="300185"/>
                    <a:pt x="3840575" y="306662"/>
                  </a:cubicBezTo>
                  <a:lnTo>
                    <a:pt x="3867912" y="325807"/>
                  </a:lnTo>
                  <a:lnTo>
                    <a:pt x="3922014" y="364574"/>
                  </a:lnTo>
                  <a:cubicBezTo>
                    <a:pt x="4064603" y="469730"/>
                    <a:pt x="4190619" y="589745"/>
                    <a:pt x="4307682" y="712522"/>
                  </a:cubicBezTo>
                  <a:cubicBezTo>
                    <a:pt x="4322255" y="727953"/>
                    <a:pt x="4336923" y="743288"/>
                    <a:pt x="4351592" y="758433"/>
                  </a:cubicBezTo>
                  <a:lnTo>
                    <a:pt x="4393788" y="805486"/>
                  </a:lnTo>
                  <a:lnTo>
                    <a:pt x="4436078" y="852159"/>
                  </a:lnTo>
                  <a:cubicBezTo>
                    <a:pt x="4450366" y="867589"/>
                    <a:pt x="4463320" y="883972"/>
                    <a:pt x="4477131" y="899593"/>
                  </a:cubicBezTo>
                  <a:cubicBezTo>
                    <a:pt x="4504087" y="931407"/>
                    <a:pt x="4532091" y="962458"/>
                    <a:pt x="4558189" y="994558"/>
                  </a:cubicBezTo>
                  <a:cubicBezTo>
                    <a:pt x="4571524" y="1010369"/>
                    <a:pt x="4584859" y="1026276"/>
                    <a:pt x="4598575" y="1041802"/>
                  </a:cubicBezTo>
                  <a:cubicBezTo>
                    <a:pt x="4612100" y="1057423"/>
                    <a:pt x="4626007" y="1072758"/>
                    <a:pt x="4639437" y="1088855"/>
                  </a:cubicBezTo>
                  <a:cubicBezTo>
                    <a:pt x="4694111" y="1152006"/>
                    <a:pt x="4748594" y="1215538"/>
                    <a:pt x="4800124" y="1281832"/>
                  </a:cubicBezTo>
                  <a:cubicBezTo>
                    <a:pt x="4851750" y="1348030"/>
                    <a:pt x="4899088" y="1417849"/>
                    <a:pt x="4943571" y="1489667"/>
                  </a:cubicBezTo>
                  <a:cubicBezTo>
                    <a:pt x="5032344" y="1633495"/>
                    <a:pt x="5107782" y="1787514"/>
                    <a:pt x="5163407" y="1951153"/>
                  </a:cubicBezTo>
                  <a:cubicBezTo>
                    <a:pt x="5218843" y="2114602"/>
                    <a:pt x="5251990" y="2289005"/>
                    <a:pt x="5253514" y="2466361"/>
                  </a:cubicBezTo>
                  <a:cubicBezTo>
                    <a:pt x="5254562" y="2554943"/>
                    <a:pt x="5246656" y="2644002"/>
                    <a:pt x="5231321" y="2731632"/>
                  </a:cubicBezTo>
                  <a:cubicBezTo>
                    <a:pt x="5215700" y="2819262"/>
                    <a:pt x="5191792" y="2905463"/>
                    <a:pt x="5161121" y="2988712"/>
                  </a:cubicBezTo>
                  <a:close/>
                  <a:moveTo>
                    <a:pt x="4854893" y="2877174"/>
                  </a:moveTo>
                  <a:cubicBezTo>
                    <a:pt x="4904137" y="2745062"/>
                    <a:pt x="4929950" y="2606473"/>
                    <a:pt x="4932045" y="2465789"/>
                  </a:cubicBezTo>
                  <a:cubicBezTo>
                    <a:pt x="4934331" y="2325105"/>
                    <a:pt x="4911567" y="2182516"/>
                    <a:pt x="4869371" y="2043355"/>
                  </a:cubicBezTo>
                  <a:cubicBezTo>
                    <a:pt x="4827366" y="1903909"/>
                    <a:pt x="4764596" y="1768559"/>
                    <a:pt x="4688777" y="1639210"/>
                  </a:cubicBezTo>
                  <a:cubicBezTo>
                    <a:pt x="4650963" y="1574440"/>
                    <a:pt x="4609148" y="1511575"/>
                    <a:pt x="4566285" y="1449186"/>
                  </a:cubicBezTo>
                  <a:cubicBezTo>
                    <a:pt x="4523232" y="1386892"/>
                    <a:pt x="4477608" y="1325742"/>
                    <a:pt x="4427411" y="1268211"/>
                  </a:cubicBezTo>
                  <a:cubicBezTo>
                    <a:pt x="4376261" y="1211156"/>
                    <a:pt x="4321302" y="1156197"/>
                    <a:pt x="4262819" y="1106381"/>
                  </a:cubicBezTo>
                  <a:cubicBezTo>
                    <a:pt x="4234339" y="1080473"/>
                    <a:pt x="4204335" y="1056661"/>
                    <a:pt x="4174141" y="1033134"/>
                  </a:cubicBezTo>
                  <a:cubicBezTo>
                    <a:pt x="4159091" y="1021323"/>
                    <a:pt x="4144137" y="1009417"/>
                    <a:pt x="4128992" y="997891"/>
                  </a:cubicBezTo>
                  <a:cubicBezTo>
                    <a:pt x="4113467" y="986842"/>
                    <a:pt x="4097846" y="975889"/>
                    <a:pt x="4082225" y="965125"/>
                  </a:cubicBezTo>
                  <a:cubicBezTo>
                    <a:pt x="3957542" y="877876"/>
                    <a:pt x="3824478" y="806915"/>
                    <a:pt x="3690176" y="749479"/>
                  </a:cubicBezTo>
                  <a:lnTo>
                    <a:pt x="3639598" y="728810"/>
                  </a:lnTo>
                  <a:lnTo>
                    <a:pt x="3614547" y="718237"/>
                  </a:lnTo>
                  <a:cubicBezTo>
                    <a:pt x="3606260" y="714618"/>
                    <a:pt x="3597497" y="712046"/>
                    <a:pt x="3589020" y="708998"/>
                  </a:cubicBezTo>
                  <a:lnTo>
                    <a:pt x="3538061" y="690996"/>
                  </a:lnTo>
                  <a:cubicBezTo>
                    <a:pt x="3533871" y="689472"/>
                    <a:pt x="3529584" y="688043"/>
                    <a:pt x="3525393" y="686424"/>
                  </a:cubicBezTo>
                  <a:cubicBezTo>
                    <a:pt x="3521297" y="684614"/>
                    <a:pt x="3517583" y="682233"/>
                    <a:pt x="3513582" y="680233"/>
                  </a:cubicBezTo>
                  <a:cubicBezTo>
                    <a:pt x="3505676" y="676137"/>
                    <a:pt x="3497390" y="672898"/>
                    <a:pt x="3489198" y="669565"/>
                  </a:cubicBezTo>
                  <a:lnTo>
                    <a:pt x="3439954" y="649467"/>
                  </a:lnTo>
                  <a:lnTo>
                    <a:pt x="3415379" y="639370"/>
                  </a:lnTo>
                  <a:cubicBezTo>
                    <a:pt x="3407188" y="636037"/>
                    <a:pt x="3399092" y="632417"/>
                    <a:pt x="3390614" y="629845"/>
                  </a:cubicBezTo>
                  <a:lnTo>
                    <a:pt x="3289935" y="596127"/>
                  </a:lnTo>
                  <a:cubicBezTo>
                    <a:pt x="3154490" y="555360"/>
                    <a:pt x="3014377" y="531833"/>
                    <a:pt x="2872359" y="522879"/>
                  </a:cubicBezTo>
                  <a:cubicBezTo>
                    <a:pt x="2854547" y="521832"/>
                    <a:pt x="2837021" y="519641"/>
                    <a:pt x="2819114" y="519260"/>
                  </a:cubicBezTo>
                  <a:lnTo>
                    <a:pt x="2765489" y="518593"/>
                  </a:lnTo>
                  <a:lnTo>
                    <a:pt x="2711863" y="517736"/>
                  </a:lnTo>
                  <a:cubicBezTo>
                    <a:pt x="2702814" y="517355"/>
                    <a:pt x="2694242" y="517546"/>
                    <a:pt x="2685764" y="517927"/>
                  </a:cubicBezTo>
                  <a:lnTo>
                    <a:pt x="2660142" y="518689"/>
                  </a:lnTo>
                  <a:cubicBezTo>
                    <a:pt x="2642997" y="518784"/>
                    <a:pt x="2626138" y="520498"/>
                    <a:pt x="2609183" y="521546"/>
                  </a:cubicBezTo>
                  <a:cubicBezTo>
                    <a:pt x="2592134" y="522308"/>
                    <a:pt x="2575370" y="524404"/>
                    <a:pt x="2558606" y="526118"/>
                  </a:cubicBezTo>
                  <a:cubicBezTo>
                    <a:pt x="2550224" y="526975"/>
                    <a:pt x="2541746" y="527547"/>
                    <a:pt x="2533364" y="528690"/>
                  </a:cubicBezTo>
                  <a:lnTo>
                    <a:pt x="2508314" y="532119"/>
                  </a:lnTo>
                  <a:lnTo>
                    <a:pt x="2483263" y="535548"/>
                  </a:lnTo>
                  <a:lnTo>
                    <a:pt x="2458403" y="539929"/>
                  </a:lnTo>
                  <a:cubicBezTo>
                    <a:pt x="2325910" y="563075"/>
                    <a:pt x="2197418" y="604699"/>
                    <a:pt x="2073021" y="664993"/>
                  </a:cubicBezTo>
                  <a:cubicBezTo>
                    <a:pt x="1948529" y="725000"/>
                    <a:pt x="1828705" y="803296"/>
                    <a:pt x="1711262" y="892069"/>
                  </a:cubicBezTo>
                  <a:cubicBezTo>
                    <a:pt x="1593818" y="981032"/>
                    <a:pt x="1478566" y="1080283"/>
                    <a:pt x="1361599" y="1183153"/>
                  </a:cubicBezTo>
                  <a:lnTo>
                    <a:pt x="1182338" y="1342030"/>
                  </a:lnTo>
                  <a:cubicBezTo>
                    <a:pt x="1118997" y="1397084"/>
                    <a:pt x="1055370" y="1449662"/>
                    <a:pt x="991553" y="1499859"/>
                  </a:cubicBezTo>
                  <a:cubicBezTo>
                    <a:pt x="864013" y="1600538"/>
                    <a:pt x="735521" y="1690645"/>
                    <a:pt x="616649" y="1785133"/>
                  </a:cubicBezTo>
                  <a:cubicBezTo>
                    <a:pt x="557117" y="1832376"/>
                    <a:pt x="500158" y="1880954"/>
                    <a:pt x="447580" y="1933056"/>
                  </a:cubicBezTo>
                  <a:cubicBezTo>
                    <a:pt x="395002" y="1985062"/>
                    <a:pt x="346901" y="2040688"/>
                    <a:pt x="306419" y="2101458"/>
                  </a:cubicBezTo>
                  <a:cubicBezTo>
                    <a:pt x="265652" y="2161942"/>
                    <a:pt x="232315" y="2227474"/>
                    <a:pt x="207740" y="2296720"/>
                  </a:cubicBezTo>
                  <a:cubicBezTo>
                    <a:pt x="183071" y="2365967"/>
                    <a:pt x="167164" y="2438833"/>
                    <a:pt x="159734" y="2513224"/>
                  </a:cubicBezTo>
                  <a:lnTo>
                    <a:pt x="156972" y="2541132"/>
                  </a:lnTo>
                  <a:lnTo>
                    <a:pt x="155543" y="2569231"/>
                  </a:lnTo>
                  <a:lnTo>
                    <a:pt x="154305" y="2597424"/>
                  </a:lnTo>
                  <a:cubicBezTo>
                    <a:pt x="154115" y="2606949"/>
                    <a:pt x="154305" y="2616665"/>
                    <a:pt x="154400" y="2626286"/>
                  </a:cubicBezTo>
                  <a:lnTo>
                    <a:pt x="155162" y="2684102"/>
                  </a:lnTo>
                  <a:lnTo>
                    <a:pt x="155734" y="2713058"/>
                  </a:lnTo>
                  <a:lnTo>
                    <a:pt x="156019" y="2727536"/>
                  </a:lnTo>
                  <a:lnTo>
                    <a:pt x="157163" y="2741919"/>
                  </a:lnTo>
                  <a:cubicBezTo>
                    <a:pt x="160211" y="2780400"/>
                    <a:pt x="163354" y="2818881"/>
                    <a:pt x="167450" y="2857171"/>
                  </a:cubicBezTo>
                  <a:cubicBezTo>
                    <a:pt x="172974" y="2895367"/>
                    <a:pt x="179070" y="2933467"/>
                    <a:pt x="185261" y="2971471"/>
                  </a:cubicBezTo>
                  <a:cubicBezTo>
                    <a:pt x="213741" y="3123109"/>
                    <a:pt x="262604" y="3270080"/>
                    <a:pt x="323374" y="3410288"/>
                  </a:cubicBezTo>
                  <a:cubicBezTo>
                    <a:pt x="384334" y="3550687"/>
                    <a:pt x="457772" y="3684322"/>
                    <a:pt x="539020" y="3812243"/>
                  </a:cubicBezTo>
                  <a:cubicBezTo>
                    <a:pt x="549212" y="3828245"/>
                    <a:pt x="559022" y="3844438"/>
                    <a:pt x="569405" y="3860249"/>
                  </a:cubicBezTo>
                  <a:cubicBezTo>
                    <a:pt x="580263" y="3875775"/>
                    <a:pt x="591217" y="3891301"/>
                    <a:pt x="601790" y="3906922"/>
                  </a:cubicBezTo>
                  <a:lnTo>
                    <a:pt x="633698" y="3953785"/>
                  </a:lnTo>
                  <a:lnTo>
                    <a:pt x="667417" y="3999505"/>
                  </a:lnTo>
                  <a:cubicBezTo>
                    <a:pt x="678656" y="4014745"/>
                    <a:pt x="689515" y="4030270"/>
                    <a:pt x="700564" y="4045606"/>
                  </a:cubicBezTo>
                  <a:lnTo>
                    <a:pt x="735521" y="4090373"/>
                  </a:lnTo>
                  <a:lnTo>
                    <a:pt x="770287" y="4135331"/>
                  </a:lnTo>
                  <a:cubicBezTo>
                    <a:pt x="782098" y="4150190"/>
                    <a:pt x="794766" y="4164287"/>
                    <a:pt x="806958" y="4178861"/>
                  </a:cubicBezTo>
                  <a:lnTo>
                    <a:pt x="843915" y="4222104"/>
                  </a:lnTo>
                  <a:cubicBezTo>
                    <a:pt x="856298" y="4236487"/>
                    <a:pt x="869823" y="4249822"/>
                    <a:pt x="882872" y="4263728"/>
                  </a:cubicBezTo>
                  <a:lnTo>
                    <a:pt x="922401" y="4304781"/>
                  </a:lnTo>
                  <a:lnTo>
                    <a:pt x="932307" y="4315068"/>
                  </a:lnTo>
                  <a:lnTo>
                    <a:pt x="942689" y="4324783"/>
                  </a:lnTo>
                  <a:lnTo>
                    <a:pt x="963454" y="4344310"/>
                  </a:lnTo>
                  <a:lnTo>
                    <a:pt x="1005078" y="4383362"/>
                  </a:lnTo>
                  <a:lnTo>
                    <a:pt x="1015460" y="4393173"/>
                  </a:lnTo>
                  <a:lnTo>
                    <a:pt x="1026319" y="4402412"/>
                  </a:lnTo>
                  <a:lnTo>
                    <a:pt x="1047941" y="4420986"/>
                  </a:lnTo>
                  <a:cubicBezTo>
                    <a:pt x="1076801" y="4445751"/>
                    <a:pt x="1105186" y="4471183"/>
                    <a:pt x="1135666" y="4494138"/>
                  </a:cubicBezTo>
                  <a:cubicBezTo>
                    <a:pt x="1254824" y="4589102"/>
                    <a:pt x="1383221" y="4673494"/>
                    <a:pt x="1520190" y="4741407"/>
                  </a:cubicBezTo>
                  <a:cubicBezTo>
                    <a:pt x="1657064" y="4809511"/>
                    <a:pt x="1801463" y="4862375"/>
                    <a:pt x="1949577" y="4898284"/>
                  </a:cubicBezTo>
                  <a:lnTo>
                    <a:pt x="2005298" y="4910761"/>
                  </a:lnTo>
                  <a:cubicBezTo>
                    <a:pt x="2023967" y="4914667"/>
                    <a:pt x="2042255" y="4919525"/>
                    <a:pt x="2061210" y="4922191"/>
                  </a:cubicBezTo>
                  <a:lnTo>
                    <a:pt x="2117503" y="4931336"/>
                  </a:lnTo>
                  <a:lnTo>
                    <a:pt x="2145602" y="4935907"/>
                  </a:lnTo>
                  <a:cubicBezTo>
                    <a:pt x="2154936" y="4937432"/>
                    <a:pt x="2164271" y="4939051"/>
                    <a:pt x="2173796" y="4939908"/>
                  </a:cubicBezTo>
                  <a:cubicBezTo>
                    <a:pt x="2211610" y="4943909"/>
                    <a:pt x="2249234" y="4948576"/>
                    <a:pt x="2286857" y="4952005"/>
                  </a:cubicBezTo>
                  <a:lnTo>
                    <a:pt x="2400109" y="4958482"/>
                  </a:lnTo>
                  <a:lnTo>
                    <a:pt x="2513267" y="4959815"/>
                  </a:lnTo>
                  <a:cubicBezTo>
                    <a:pt x="2532031" y="4960101"/>
                    <a:pt x="2550986" y="4958577"/>
                    <a:pt x="2569750" y="4958101"/>
                  </a:cubicBezTo>
                  <a:lnTo>
                    <a:pt x="2626043" y="4956386"/>
                  </a:lnTo>
                  <a:cubicBezTo>
                    <a:pt x="2644616" y="4956196"/>
                    <a:pt x="2663857" y="4954481"/>
                    <a:pt x="2682907" y="4953243"/>
                  </a:cubicBezTo>
                  <a:lnTo>
                    <a:pt x="2739962" y="4949433"/>
                  </a:lnTo>
                  <a:lnTo>
                    <a:pt x="2768441" y="4947814"/>
                  </a:lnTo>
                  <a:lnTo>
                    <a:pt x="2796731" y="4945052"/>
                  </a:lnTo>
                  <a:cubicBezTo>
                    <a:pt x="2815590" y="4943147"/>
                    <a:pt x="2834354" y="4941337"/>
                    <a:pt x="2853214" y="4939718"/>
                  </a:cubicBezTo>
                  <a:cubicBezTo>
                    <a:pt x="3003518" y="4924859"/>
                    <a:pt x="3150584" y="4901618"/>
                    <a:pt x="3293555" y="4866947"/>
                  </a:cubicBezTo>
                  <a:cubicBezTo>
                    <a:pt x="3436430" y="4832180"/>
                    <a:pt x="3575590" y="4786651"/>
                    <a:pt x="3709988" y="4726739"/>
                  </a:cubicBezTo>
                  <a:cubicBezTo>
                    <a:pt x="3743134" y="4711022"/>
                    <a:pt x="3776282" y="4694830"/>
                    <a:pt x="3809524" y="4678637"/>
                  </a:cubicBezTo>
                  <a:cubicBezTo>
                    <a:pt x="3841718" y="4660635"/>
                    <a:pt x="3874580" y="4643490"/>
                    <a:pt x="3906679" y="4624726"/>
                  </a:cubicBezTo>
                  <a:lnTo>
                    <a:pt x="3954018" y="4595198"/>
                  </a:lnTo>
                  <a:lnTo>
                    <a:pt x="3977735" y="4580339"/>
                  </a:lnTo>
                  <a:lnTo>
                    <a:pt x="3989546" y="4572910"/>
                  </a:lnTo>
                  <a:lnTo>
                    <a:pt x="4000976" y="4564814"/>
                  </a:lnTo>
                  <a:lnTo>
                    <a:pt x="4046982" y="4532619"/>
                  </a:lnTo>
                  <a:cubicBezTo>
                    <a:pt x="4062317" y="4521856"/>
                    <a:pt x="4077938" y="4511473"/>
                    <a:pt x="4092416" y="4499377"/>
                  </a:cubicBezTo>
                  <a:lnTo>
                    <a:pt x="4136708" y="4464325"/>
                  </a:lnTo>
                  <a:cubicBezTo>
                    <a:pt x="4151471" y="4452609"/>
                    <a:pt x="4166330" y="4440989"/>
                    <a:pt x="4180237" y="4428225"/>
                  </a:cubicBezTo>
                  <a:lnTo>
                    <a:pt x="4222718" y="4390601"/>
                  </a:lnTo>
                  <a:cubicBezTo>
                    <a:pt x="4236720" y="4377933"/>
                    <a:pt x="4251198" y="4365550"/>
                    <a:pt x="4264248" y="4352120"/>
                  </a:cubicBezTo>
                  <a:cubicBezTo>
                    <a:pt x="4318254" y="4299638"/>
                    <a:pt x="4369975" y="4245821"/>
                    <a:pt x="4413028" y="4189052"/>
                  </a:cubicBezTo>
                  <a:cubicBezTo>
                    <a:pt x="4458272" y="4132950"/>
                    <a:pt x="4492848" y="4073799"/>
                    <a:pt x="4522566" y="4011220"/>
                  </a:cubicBezTo>
                  <a:lnTo>
                    <a:pt x="4543425" y="3963500"/>
                  </a:lnTo>
                  <a:lnTo>
                    <a:pt x="4561332" y="3913208"/>
                  </a:lnTo>
                  <a:cubicBezTo>
                    <a:pt x="4567714" y="3896920"/>
                    <a:pt x="4572191" y="3878442"/>
                    <a:pt x="4577715" y="3861106"/>
                  </a:cubicBezTo>
                  <a:cubicBezTo>
                    <a:pt x="4582954" y="3843390"/>
                    <a:pt x="4588383" y="3826245"/>
                    <a:pt x="4593050" y="3807481"/>
                  </a:cubicBezTo>
                  <a:cubicBezTo>
                    <a:pt x="4631055" y="3660986"/>
                    <a:pt x="4663155" y="3500585"/>
                    <a:pt x="4706017" y="3343423"/>
                  </a:cubicBezTo>
                  <a:cubicBezTo>
                    <a:pt x="4748213" y="3185689"/>
                    <a:pt x="4798695" y="3030145"/>
                    <a:pt x="4854893" y="2877174"/>
                  </a:cubicBezTo>
                  <a:close/>
                </a:path>
              </a:pathLst>
            </a:custGeom>
            <a:solidFill>
              <a:schemeClr val="bg1">
                <a:alpha val="30000"/>
              </a:schemeClr>
            </a:solidFill>
            <a:ln w="9525" cap="flat">
              <a:noFill/>
              <a:prstDash val="solid"/>
              <a:miter/>
            </a:ln>
          </p:spPr>
          <p:txBody>
            <a:bodyPr rtlCol="0" anchor="ctr"/>
            <a:lstStyle/>
            <a:p>
              <a:endParaRPr lang="en-US"/>
            </a:p>
          </p:txBody>
        </p:sp>
        <p:sp useBgFill="1">
          <p:nvSpPr>
            <p:cNvPr id="150" name="Freeform: Shape 149">
              <a:extLst>
                <a:ext uri="{FF2B5EF4-FFF2-40B4-BE49-F238E27FC236}">
                  <a16:creationId xmlns:a16="http://schemas.microsoft.com/office/drawing/2014/main" id="{E6A945EF-5283-47CA-8BC5-D58171AD95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76425" y="1351535"/>
              <a:ext cx="5514403" cy="5514975"/>
            </a:xfrm>
            <a:custGeom>
              <a:avLst/>
              <a:gdLst>
                <a:gd name="connsiteX0" fmla="*/ 2757202 w 5514403"/>
                <a:gd name="connsiteY0" fmla="*/ 0 h 5514975"/>
                <a:gd name="connsiteX1" fmla="*/ 0 w 5514403"/>
                <a:gd name="connsiteY1" fmla="*/ 2757488 h 5514975"/>
                <a:gd name="connsiteX2" fmla="*/ 2757202 w 5514403"/>
                <a:gd name="connsiteY2" fmla="*/ 5514975 h 5514975"/>
                <a:gd name="connsiteX3" fmla="*/ 5514404 w 5514403"/>
                <a:gd name="connsiteY3" fmla="*/ 2757488 h 5514975"/>
                <a:gd name="connsiteX4" fmla="*/ 2757202 w 5514403"/>
                <a:gd name="connsiteY4" fmla="*/ 0 h 5514975"/>
                <a:gd name="connsiteX5" fmla="*/ 4772501 w 5514403"/>
                <a:gd name="connsiteY5" fmla="*/ 1195578 h 5514975"/>
                <a:gd name="connsiteX6" fmla="*/ 5087017 w 5514403"/>
                <a:gd name="connsiteY6" fmla="*/ 1579817 h 5514975"/>
                <a:gd name="connsiteX7" fmla="*/ 5317522 w 5514403"/>
                <a:gd name="connsiteY7" fmla="*/ 2021110 h 5514975"/>
                <a:gd name="connsiteX8" fmla="*/ 5338001 w 5514403"/>
                <a:gd name="connsiteY8" fmla="*/ 2080165 h 5514975"/>
                <a:gd name="connsiteX9" fmla="*/ 5356479 w 5514403"/>
                <a:gd name="connsiteY9" fmla="*/ 2139982 h 5514975"/>
                <a:gd name="connsiteX10" fmla="*/ 5372386 w 5514403"/>
                <a:gd name="connsiteY10" fmla="*/ 2200561 h 5514975"/>
                <a:gd name="connsiteX11" fmla="*/ 5385912 w 5514403"/>
                <a:gd name="connsiteY11" fmla="*/ 2261711 h 5514975"/>
                <a:gd name="connsiteX12" fmla="*/ 5413915 w 5514403"/>
                <a:gd name="connsiteY12" fmla="*/ 2510885 h 5514975"/>
                <a:gd name="connsiteX13" fmla="*/ 5331905 w 5514403"/>
                <a:gd name="connsiteY13" fmla="*/ 3005328 h 5514975"/>
                <a:gd name="connsiteX14" fmla="*/ 5168456 w 5514403"/>
                <a:gd name="connsiteY14" fmla="*/ 3489579 h 5514975"/>
                <a:gd name="connsiteX15" fmla="*/ 5131499 w 5514403"/>
                <a:gd name="connsiteY15" fmla="*/ 3612071 h 5514975"/>
                <a:gd name="connsiteX16" fmla="*/ 5095589 w 5514403"/>
                <a:gd name="connsiteY16" fmla="*/ 3734753 h 5514975"/>
                <a:gd name="connsiteX17" fmla="*/ 5022247 w 5514403"/>
                <a:gd name="connsiteY17" fmla="*/ 3978116 h 5514975"/>
                <a:gd name="connsiteX18" fmla="*/ 5001578 w 5514403"/>
                <a:gd name="connsiteY18" fmla="*/ 4037457 h 5514975"/>
                <a:gd name="connsiteX19" fmla="*/ 4979194 w 5514403"/>
                <a:gd name="connsiteY19" fmla="*/ 4095655 h 5514975"/>
                <a:gd name="connsiteX20" fmla="*/ 4954905 w 5514403"/>
                <a:gd name="connsiteY20" fmla="*/ 4152519 h 5514975"/>
                <a:gd name="connsiteX21" fmla="*/ 4927187 w 5514403"/>
                <a:gd name="connsiteY21" fmla="*/ 4207288 h 5514975"/>
                <a:gd name="connsiteX22" fmla="*/ 4788980 w 5514403"/>
                <a:gd name="connsiteY22" fmla="*/ 4407504 h 5514975"/>
                <a:gd name="connsiteX23" fmla="*/ 4616577 w 5514403"/>
                <a:gd name="connsiteY23" fmla="*/ 4583145 h 5514975"/>
                <a:gd name="connsiteX24" fmla="*/ 4570000 w 5514403"/>
                <a:gd name="connsiteY24" fmla="*/ 4624102 h 5514975"/>
                <a:gd name="connsiteX25" fmla="*/ 4522756 w 5514403"/>
                <a:gd name="connsiteY25" fmla="*/ 4664298 h 5514975"/>
                <a:gd name="connsiteX26" fmla="*/ 4474464 w 5514403"/>
                <a:gd name="connsiteY26" fmla="*/ 4702969 h 5514975"/>
                <a:gd name="connsiteX27" fmla="*/ 4425791 w 5514403"/>
                <a:gd name="connsiteY27" fmla="*/ 4740879 h 5514975"/>
                <a:gd name="connsiteX28" fmla="*/ 4010311 w 5514403"/>
                <a:gd name="connsiteY28" fmla="*/ 4994910 h 5514975"/>
                <a:gd name="connsiteX29" fmla="*/ 3556254 w 5514403"/>
                <a:gd name="connsiteY29" fmla="*/ 5155311 h 5514975"/>
                <a:gd name="connsiteX30" fmla="*/ 3076670 w 5514403"/>
                <a:gd name="connsiteY30" fmla="*/ 5229321 h 5514975"/>
                <a:gd name="connsiteX31" fmla="*/ 2831497 w 5514403"/>
                <a:gd name="connsiteY31" fmla="*/ 5239893 h 5514975"/>
                <a:gd name="connsiteX32" fmla="*/ 2709767 w 5514403"/>
                <a:gd name="connsiteY32" fmla="*/ 5238655 h 5514975"/>
                <a:gd name="connsiteX33" fmla="*/ 2588038 w 5514403"/>
                <a:gd name="connsiteY33" fmla="*/ 5232654 h 5514975"/>
                <a:gd name="connsiteX34" fmla="*/ 2466594 w 5514403"/>
                <a:gd name="connsiteY34" fmla="*/ 5221129 h 5514975"/>
                <a:gd name="connsiteX35" fmla="*/ 2345627 w 5514403"/>
                <a:gd name="connsiteY35" fmla="*/ 5204174 h 5514975"/>
                <a:gd name="connsiteX36" fmla="*/ 2315432 w 5514403"/>
                <a:gd name="connsiteY36" fmla="*/ 5199127 h 5514975"/>
                <a:gd name="connsiteX37" fmla="*/ 2285333 w 5514403"/>
                <a:gd name="connsiteY37" fmla="*/ 5193506 h 5514975"/>
                <a:gd name="connsiteX38" fmla="*/ 2225135 w 5514403"/>
                <a:gd name="connsiteY38" fmla="*/ 5182267 h 5514975"/>
                <a:gd name="connsiteX39" fmla="*/ 2165318 w 5514403"/>
                <a:gd name="connsiteY39" fmla="*/ 5168932 h 5514975"/>
                <a:gd name="connsiteX40" fmla="*/ 2105501 w 5514403"/>
                <a:gd name="connsiteY40" fmla="*/ 5155026 h 5514975"/>
                <a:gd name="connsiteX41" fmla="*/ 1641062 w 5514403"/>
                <a:gd name="connsiteY41" fmla="*/ 4990814 h 5514975"/>
                <a:gd name="connsiteX42" fmla="*/ 843153 w 5514403"/>
                <a:gd name="connsiteY42" fmla="*/ 4403122 h 5514975"/>
                <a:gd name="connsiteX43" fmla="*/ 548735 w 5514403"/>
                <a:gd name="connsiteY43" fmla="*/ 3998024 h 5514975"/>
                <a:gd name="connsiteX44" fmla="*/ 517398 w 5514403"/>
                <a:gd name="connsiteY44" fmla="*/ 3943731 h 5514975"/>
                <a:gd name="connsiteX45" fmla="*/ 488347 w 5514403"/>
                <a:gd name="connsiteY45" fmla="*/ 3888105 h 5514975"/>
                <a:gd name="connsiteX46" fmla="*/ 460058 w 5514403"/>
                <a:gd name="connsiteY46" fmla="*/ 3832193 h 5514975"/>
                <a:gd name="connsiteX47" fmla="*/ 446723 w 5514403"/>
                <a:gd name="connsiteY47" fmla="*/ 3803809 h 5514975"/>
                <a:gd name="connsiteX48" fmla="*/ 433959 w 5514403"/>
                <a:gd name="connsiteY48" fmla="*/ 3775139 h 5514975"/>
                <a:gd name="connsiteX49" fmla="*/ 385096 w 5514403"/>
                <a:gd name="connsiteY49" fmla="*/ 3659696 h 5514975"/>
                <a:gd name="connsiteX50" fmla="*/ 362903 w 5514403"/>
                <a:gd name="connsiteY50" fmla="*/ 3601117 h 5514975"/>
                <a:gd name="connsiteX51" fmla="*/ 352044 w 5514403"/>
                <a:gd name="connsiteY51" fmla="*/ 3571780 h 5514975"/>
                <a:gd name="connsiteX52" fmla="*/ 342424 w 5514403"/>
                <a:gd name="connsiteY52" fmla="*/ 3541966 h 5514975"/>
                <a:gd name="connsiteX53" fmla="*/ 275082 w 5514403"/>
                <a:gd name="connsiteY53" fmla="*/ 3301079 h 5514975"/>
                <a:gd name="connsiteX54" fmla="*/ 262509 w 5514403"/>
                <a:gd name="connsiteY54" fmla="*/ 3239834 h 5514975"/>
                <a:gd name="connsiteX55" fmla="*/ 256223 w 5514403"/>
                <a:gd name="connsiteY55" fmla="*/ 3209258 h 5514975"/>
                <a:gd name="connsiteX56" fmla="*/ 253079 w 5514403"/>
                <a:gd name="connsiteY56" fmla="*/ 3194018 h 5514975"/>
                <a:gd name="connsiteX57" fmla="*/ 250698 w 5514403"/>
                <a:gd name="connsiteY57" fmla="*/ 3178588 h 5514975"/>
                <a:gd name="connsiteX58" fmla="*/ 232505 w 5514403"/>
                <a:gd name="connsiteY58" fmla="*/ 3055144 h 5514975"/>
                <a:gd name="connsiteX59" fmla="*/ 220694 w 5514403"/>
                <a:gd name="connsiteY59" fmla="*/ 2931128 h 5514975"/>
                <a:gd name="connsiteX60" fmla="*/ 215551 w 5514403"/>
                <a:gd name="connsiteY60" fmla="*/ 2806732 h 5514975"/>
                <a:gd name="connsiteX61" fmla="*/ 214979 w 5514403"/>
                <a:gd name="connsiteY61" fmla="*/ 2791206 h 5514975"/>
                <a:gd name="connsiteX62" fmla="*/ 215170 w 5514403"/>
                <a:gd name="connsiteY62" fmla="*/ 2775680 h 5514975"/>
                <a:gd name="connsiteX63" fmla="*/ 215551 w 5514403"/>
                <a:gd name="connsiteY63" fmla="*/ 2744629 h 5514975"/>
                <a:gd name="connsiteX64" fmla="*/ 216313 w 5514403"/>
                <a:gd name="connsiteY64" fmla="*/ 2682526 h 5514975"/>
                <a:gd name="connsiteX65" fmla="*/ 216789 w 5514403"/>
                <a:gd name="connsiteY65" fmla="*/ 2651570 h 5514975"/>
                <a:gd name="connsiteX66" fmla="*/ 218694 w 5514403"/>
                <a:gd name="connsiteY66" fmla="*/ 2621280 h 5514975"/>
                <a:gd name="connsiteX67" fmla="*/ 220504 w 5514403"/>
                <a:gd name="connsiteY67" fmla="*/ 2591086 h 5514975"/>
                <a:gd name="connsiteX68" fmla="*/ 223647 w 5514403"/>
                <a:gd name="connsiteY68" fmla="*/ 2561082 h 5514975"/>
                <a:gd name="connsiteX69" fmla="*/ 272129 w 5514403"/>
                <a:gd name="connsiteY69" fmla="*/ 2327815 h 5514975"/>
                <a:gd name="connsiteX70" fmla="*/ 365950 w 5514403"/>
                <a:gd name="connsiteY70" fmla="*/ 2111883 h 5514975"/>
                <a:gd name="connsiteX71" fmla="*/ 500539 w 5514403"/>
                <a:gd name="connsiteY71" fmla="*/ 1916621 h 5514975"/>
                <a:gd name="connsiteX72" fmla="*/ 664083 w 5514403"/>
                <a:gd name="connsiteY72" fmla="*/ 1737836 h 5514975"/>
                <a:gd name="connsiteX73" fmla="*/ 845534 w 5514403"/>
                <a:gd name="connsiteY73" fmla="*/ 1568482 h 5514975"/>
                <a:gd name="connsiteX74" fmla="*/ 1035653 w 5514403"/>
                <a:gd name="connsiteY74" fmla="*/ 1400270 h 5514975"/>
                <a:gd name="connsiteX75" fmla="*/ 1226915 w 5514403"/>
                <a:gd name="connsiteY75" fmla="*/ 1225772 h 5514975"/>
                <a:gd name="connsiteX76" fmla="*/ 1319498 w 5514403"/>
                <a:gd name="connsiteY76" fmla="*/ 1136714 h 5514975"/>
                <a:gd name="connsiteX77" fmla="*/ 1410843 w 5514403"/>
                <a:gd name="connsiteY77" fmla="*/ 1049846 h 5514975"/>
                <a:gd name="connsiteX78" fmla="*/ 1786033 w 5514403"/>
                <a:gd name="connsiteY78" fmla="*/ 726091 h 5514975"/>
                <a:gd name="connsiteX79" fmla="*/ 2191417 w 5514403"/>
                <a:gd name="connsiteY79" fmla="*/ 471202 h 5514975"/>
                <a:gd name="connsiteX80" fmla="*/ 2633186 w 5514403"/>
                <a:gd name="connsiteY80" fmla="*/ 327755 h 5514975"/>
                <a:gd name="connsiteX81" fmla="*/ 2864358 w 5514403"/>
                <a:gd name="connsiteY81" fmla="*/ 304991 h 5514975"/>
                <a:gd name="connsiteX82" fmla="*/ 2923032 w 5514403"/>
                <a:gd name="connsiteY82" fmla="*/ 304133 h 5514975"/>
                <a:gd name="connsiteX83" fmla="*/ 2982849 w 5514403"/>
                <a:gd name="connsiteY83" fmla="*/ 304895 h 5514975"/>
                <a:gd name="connsiteX84" fmla="*/ 3042476 w 5514403"/>
                <a:gd name="connsiteY84" fmla="*/ 307467 h 5514975"/>
                <a:gd name="connsiteX85" fmla="*/ 3102007 w 5514403"/>
                <a:gd name="connsiteY85" fmla="*/ 311372 h 5514975"/>
                <a:gd name="connsiteX86" fmla="*/ 3568541 w 5514403"/>
                <a:gd name="connsiteY86" fmla="*/ 398812 h 5514975"/>
                <a:gd name="connsiteX87" fmla="*/ 4006215 w 5514403"/>
                <a:gd name="connsiteY87" fmla="*/ 588264 h 5514975"/>
                <a:gd name="connsiteX88" fmla="*/ 4211479 w 5514403"/>
                <a:gd name="connsiteY88" fmla="*/ 715709 h 5514975"/>
                <a:gd name="connsiteX89" fmla="*/ 4407504 w 5514403"/>
                <a:gd name="connsiteY89" fmla="*/ 861155 h 5514975"/>
                <a:gd name="connsiteX90" fmla="*/ 4772501 w 5514403"/>
                <a:gd name="connsiteY90" fmla="*/ 1195578 h 551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4403" h="5514975">
                  <a:moveTo>
                    <a:pt x="2757202" y="0"/>
                  </a:moveTo>
                  <a:cubicBezTo>
                    <a:pt x="1234440" y="0"/>
                    <a:pt x="0" y="1234535"/>
                    <a:pt x="0" y="2757488"/>
                  </a:cubicBezTo>
                  <a:cubicBezTo>
                    <a:pt x="0" y="4280440"/>
                    <a:pt x="1234440" y="5514975"/>
                    <a:pt x="2757202" y="5514975"/>
                  </a:cubicBezTo>
                  <a:cubicBezTo>
                    <a:pt x="4279964" y="5514975"/>
                    <a:pt x="5514404" y="4280440"/>
                    <a:pt x="5514404" y="2757488"/>
                  </a:cubicBezTo>
                  <a:cubicBezTo>
                    <a:pt x="5514404" y="1234535"/>
                    <a:pt x="4279964" y="0"/>
                    <a:pt x="2757202" y="0"/>
                  </a:cubicBezTo>
                  <a:close/>
                  <a:moveTo>
                    <a:pt x="4772501" y="1195578"/>
                  </a:moveTo>
                  <a:cubicBezTo>
                    <a:pt x="4887278" y="1314545"/>
                    <a:pt x="4993768" y="1442371"/>
                    <a:pt x="5087017" y="1579817"/>
                  </a:cubicBezTo>
                  <a:cubicBezTo>
                    <a:pt x="5180171" y="1717167"/>
                    <a:pt x="5259895" y="1864519"/>
                    <a:pt x="5317522" y="2021110"/>
                  </a:cubicBezTo>
                  <a:cubicBezTo>
                    <a:pt x="5325047" y="2040541"/>
                    <a:pt x="5331428" y="2060353"/>
                    <a:pt x="5338001" y="2080165"/>
                  </a:cubicBezTo>
                  <a:cubicBezTo>
                    <a:pt x="5344859" y="2099882"/>
                    <a:pt x="5350574" y="2119884"/>
                    <a:pt x="5356479" y="2139982"/>
                  </a:cubicBezTo>
                  <a:cubicBezTo>
                    <a:pt x="5362766" y="2159889"/>
                    <a:pt x="5367433" y="2180273"/>
                    <a:pt x="5372386" y="2200561"/>
                  </a:cubicBezTo>
                  <a:cubicBezTo>
                    <a:pt x="5377720" y="2220754"/>
                    <a:pt x="5381816" y="2241233"/>
                    <a:pt x="5385912" y="2261711"/>
                  </a:cubicBezTo>
                  <a:cubicBezTo>
                    <a:pt x="5402485" y="2343626"/>
                    <a:pt x="5412201" y="2427065"/>
                    <a:pt x="5413915" y="2510885"/>
                  </a:cubicBezTo>
                  <a:cubicBezTo>
                    <a:pt x="5417915" y="2678525"/>
                    <a:pt x="5389627" y="2847118"/>
                    <a:pt x="5331905" y="3005328"/>
                  </a:cubicBezTo>
                  <a:cubicBezTo>
                    <a:pt x="5274278" y="3165634"/>
                    <a:pt x="5218557" y="3326606"/>
                    <a:pt x="5168456" y="3489579"/>
                  </a:cubicBezTo>
                  <a:lnTo>
                    <a:pt x="5131499" y="3612071"/>
                  </a:lnTo>
                  <a:lnTo>
                    <a:pt x="5095589" y="3734753"/>
                  </a:lnTo>
                  <a:cubicBezTo>
                    <a:pt x="5072063" y="3816477"/>
                    <a:pt x="5048726" y="3898392"/>
                    <a:pt x="5022247" y="3978116"/>
                  </a:cubicBezTo>
                  <a:cubicBezTo>
                    <a:pt x="5016056" y="3998309"/>
                    <a:pt x="5008817" y="4017836"/>
                    <a:pt x="5001578" y="4037457"/>
                  </a:cubicBezTo>
                  <a:cubicBezTo>
                    <a:pt x="4994148" y="4056888"/>
                    <a:pt x="4987767" y="4076891"/>
                    <a:pt x="4979194" y="4095655"/>
                  </a:cubicBezTo>
                  <a:lnTo>
                    <a:pt x="4954905" y="4152519"/>
                  </a:lnTo>
                  <a:cubicBezTo>
                    <a:pt x="4945856" y="4170903"/>
                    <a:pt x="4936522" y="4189095"/>
                    <a:pt x="4927187" y="4207288"/>
                  </a:cubicBezTo>
                  <a:cubicBezTo>
                    <a:pt x="4887849" y="4278821"/>
                    <a:pt x="4843082" y="4346163"/>
                    <a:pt x="4788980" y="4407504"/>
                  </a:cubicBezTo>
                  <a:cubicBezTo>
                    <a:pt x="4736973" y="4469988"/>
                    <a:pt x="4677347" y="4527233"/>
                    <a:pt x="4616577" y="4583145"/>
                  </a:cubicBezTo>
                  <a:cubicBezTo>
                    <a:pt x="4601814" y="4597432"/>
                    <a:pt x="4585716" y="4610576"/>
                    <a:pt x="4570000" y="4624102"/>
                  </a:cubicBezTo>
                  <a:lnTo>
                    <a:pt x="4522756" y="4664298"/>
                  </a:lnTo>
                  <a:cubicBezTo>
                    <a:pt x="4507325" y="4678014"/>
                    <a:pt x="4490752" y="4690301"/>
                    <a:pt x="4474464" y="4702969"/>
                  </a:cubicBezTo>
                  <a:lnTo>
                    <a:pt x="4425791" y="4740879"/>
                  </a:lnTo>
                  <a:cubicBezTo>
                    <a:pt x="4294632" y="4839748"/>
                    <a:pt x="4156043" y="4925759"/>
                    <a:pt x="4010311" y="4994910"/>
                  </a:cubicBezTo>
                  <a:cubicBezTo>
                    <a:pt x="3864578" y="5063871"/>
                    <a:pt x="3712559" y="5117116"/>
                    <a:pt x="3556254" y="5155311"/>
                  </a:cubicBezTo>
                  <a:cubicBezTo>
                    <a:pt x="3399949" y="5193602"/>
                    <a:pt x="3239357" y="5217128"/>
                    <a:pt x="3076670" y="5229321"/>
                  </a:cubicBezTo>
                  <a:cubicBezTo>
                    <a:pt x="2995517" y="5235607"/>
                    <a:pt x="2913126" y="5238560"/>
                    <a:pt x="2831497" y="5239893"/>
                  </a:cubicBezTo>
                  <a:cubicBezTo>
                    <a:pt x="2790920" y="5239417"/>
                    <a:pt x="2750344" y="5239798"/>
                    <a:pt x="2709767" y="5238655"/>
                  </a:cubicBezTo>
                  <a:lnTo>
                    <a:pt x="2588038" y="5232654"/>
                  </a:lnTo>
                  <a:cubicBezTo>
                    <a:pt x="2547652" y="5228558"/>
                    <a:pt x="2507171" y="5224653"/>
                    <a:pt x="2466594" y="5221129"/>
                  </a:cubicBezTo>
                  <a:cubicBezTo>
                    <a:pt x="2426208" y="5215890"/>
                    <a:pt x="2386013" y="5209794"/>
                    <a:pt x="2345627" y="5204174"/>
                  </a:cubicBezTo>
                  <a:cubicBezTo>
                    <a:pt x="2335435" y="5203031"/>
                    <a:pt x="2325434" y="5201031"/>
                    <a:pt x="2315432" y="5199127"/>
                  </a:cubicBezTo>
                  <a:lnTo>
                    <a:pt x="2285333" y="5193506"/>
                  </a:lnTo>
                  <a:lnTo>
                    <a:pt x="2225135" y="5182267"/>
                  </a:lnTo>
                  <a:cubicBezTo>
                    <a:pt x="2204942" y="5179028"/>
                    <a:pt x="2185321" y="5173409"/>
                    <a:pt x="2165318" y="5168932"/>
                  </a:cubicBezTo>
                  <a:lnTo>
                    <a:pt x="2105501" y="5155026"/>
                  </a:lnTo>
                  <a:cubicBezTo>
                    <a:pt x="1946720" y="5115211"/>
                    <a:pt x="1790986" y="5060156"/>
                    <a:pt x="1641062" y="4990814"/>
                  </a:cubicBezTo>
                  <a:cubicBezTo>
                    <a:pt x="1341215" y="4852416"/>
                    <a:pt x="1066038" y="4652391"/>
                    <a:pt x="843153" y="4403122"/>
                  </a:cubicBezTo>
                  <a:cubicBezTo>
                    <a:pt x="731520" y="4278821"/>
                    <a:pt x="632365" y="4142899"/>
                    <a:pt x="548735" y="3998024"/>
                  </a:cubicBezTo>
                  <a:lnTo>
                    <a:pt x="517398" y="3943731"/>
                  </a:lnTo>
                  <a:cubicBezTo>
                    <a:pt x="507111" y="3925538"/>
                    <a:pt x="498062" y="3906679"/>
                    <a:pt x="488347" y="3888105"/>
                  </a:cubicBezTo>
                  <a:lnTo>
                    <a:pt x="460058" y="3832193"/>
                  </a:lnTo>
                  <a:cubicBezTo>
                    <a:pt x="455200" y="3822954"/>
                    <a:pt x="450818" y="3813429"/>
                    <a:pt x="446723" y="3803809"/>
                  </a:cubicBezTo>
                  <a:lnTo>
                    <a:pt x="433959" y="3775139"/>
                  </a:lnTo>
                  <a:cubicBezTo>
                    <a:pt x="417195" y="3736848"/>
                    <a:pt x="399098" y="3699129"/>
                    <a:pt x="385096" y="3659696"/>
                  </a:cubicBezTo>
                  <a:lnTo>
                    <a:pt x="362903" y="3601117"/>
                  </a:lnTo>
                  <a:cubicBezTo>
                    <a:pt x="359283" y="3591306"/>
                    <a:pt x="355187" y="3581686"/>
                    <a:pt x="352044" y="3571780"/>
                  </a:cubicBezTo>
                  <a:lnTo>
                    <a:pt x="342424" y="3541966"/>
                  </a:lnTo>
                  <a:cubicBezTo>
                    <a:pt x="315373" y="3463004"/>
                    <a:pt x="294132" y="3382137"/>
                    <a:pt x="275082" y="3301079"/>
                  </a:cubicBezTo>
                  <a:lnTo>
                    <a:pt x="262509" y="3239834"/>
                  </a:lnTo>
                  <a:lnTo>
                    <a:pt x="256223" y="3209258"/>
                  </a:lnTo>
                  <a:lnTo>
                    <a:pt x="253079" y="3194018"/>
                  </a:lnTo>
                  <a:lnTo>
                    <a:pt x="250698" y="3178588"/>
                  </a:lnTo>
                  <a:cubicBezTo>
                    <a:pt x="244602" y="3137440"/>
                    <a:pt x="237839" y="3096387"/>
                    <a:pt x="232505" y="3055144"/>
                  </a:cubicBezTo>
                  <a:lnTo>
                    <a:pt x="220694" y="2931128"/>
                  </a:lnTo>
                  <a:cubicBezTo>
                    <a:pt x="218599" y="2889599"/>
                    <a:pt x="217361" y="2848166"/>
                    <a:pt x="215551" y="2806732"/>
                  </a:cubicBezTo>
                  <a:lnTo>
                    <a:pt x="214979" y="2791206"/>
                  </a:lnTo>
                  <a:lnTo>
                    <a:pt x="215170" y="2775680"/>
                  </a:lnTo>
                  <a:lnTo>
                    <a:pt x="215551" y="2744629"/>
                  </a:lnTo>
                  <a:lnTo>
                    <a:pt x="216313" y="2682526"/>
                  </a:lnTo>
                  <a:cubicBezTo>
                    <a:pt x="216503" y="2672239"/>
                    <a:pt x="216408" y="2661761"/>
                    <a:pt x="216789" y="2651570"/>
                  </a:cubicBezTo>
                  <a:lnTo>
                    <a:pt x="218694" y="2621280"/>
                  </a:lnTo>
                  <a:lnTo>
                    <a:pt x="220504" y="2591086"/>
                  </a:lnTo>
                  <a:lnTo>
                    <a:pt x="223647" y="2561082"/>
                  </a:lnTo>
                  <a:cubicBezTo>
                    <a:pt x="232315" y="2481263"/>
                    <a:pt x="248222" y="2402967"/>
                    <a:pt x="272129" y="2327815"/>
                  </a:cubicBezTo>
                  <a:cubicBezTo>
                    <a:pt x="296037" y="2252663"/>
                    <a:pt x="327565" y="2180463"/>
                    <a:pt x="365950" y="2111883"/>
                  </a:cubicBezTo>
                  <a:cubicBezTo>
                    <a:pt x="404146" y="2043208"/>
                    <a:pt x="450056" y="1978438"/>
                    <a:pt x="500539" y="1916621"/>
                  </a:cubicBezTo>
                  <a:cubicBezTo>
                    <a:pt x="550736" y="1854422"/>
                    <a:pt x="606171" y="1795558"/>
                    <a:pt x="664083" y="1737836"/>
                  </a:cubicBezTo>
                  <a:cubicBezTo>
                    <a:pt x="722186" y="1680210"/>
                    <a:pt x="783241" y="1624393"/>
                    <a:pt x="845534" y="1568482"/>
                  </a:cubicBezTo>
                  <a:lnTo>
                    <a:pt x="1035653" y="1400270"/>
                  </a:lnTo>
                  <a:cubicBezTo>
                    <a:pt x="1099661" y="1343597"/>
                    <a:pt x="1163765" y="1285685"/>
                    <a:pt x="1226915" y="1225772"/>
                  </a:cubicBezTo>
                  <a:lnTo>
                    <a:pt x="1319498" y="1136714"/>
                  </a:lnTo>
                  <a:cubicBezTo>
                    <a:pt x="1349883" y="1107567"/>
                    <a:pt x="1380268" y="1078611"/>
                    <a:pt x="1410843" y="1049846"/>
                  </a:cubicBezTo>
                  <a:cubicBezTo>
                    <a:pt x="1532858" y="935069"/>
                    <a:pt x="1656779" y="825056"/>
                    <a:pt x="1786033" y="726091"/>
                  </a:cubicBezTo>
                  <a:cubicBezTo>
                    <a:pt x="1915097" y="627031"/>
                    <a:pt x="2050066" y="539877"/>
                    <a:pt x="2191417" y="471202"/>
                  </a:cubicBezTo>
                  <a:cubicBezTo>
                    <a:pt x="2332863" y="402908"/>
                    <a:pt x="2480691" y="353473"/>
                    <a:pt x="2633186" y="327755"/>
                  </a:cubicBezTo>
                  <a:cubicBezTo>
                    <a:pt x="2709386" y="314992"/>
                    <a:pt x="2786539" y="307086"/>
                    <a:pt x="2864358" y="304991"/>
                  </a:cubicBezTo>
                  <a:cubicBezTo>
                    <a:pt x="2883980" y="304800"/>
                    <a:pt x="2902934" y="303657"/>
                    <a:pt x="2923032" y="304133"/>
                  </a:cubicBezTo>
                  <a:lnTo>
                    <a:pt x="2982849" y="304895"/>
                  </a:lnTo>
                  <a:lnTo>
                    <a:pt x="3042476" y="307467"/>
                  </a:lnTo>
                  <a:cubicBezTo>
                    <a:pt x="3062383" y="308324"/>
                    <a:pt x="3082099" y="310134"/>
                    <a:pt x="3102007" y="311372"/>
                  </a:cubicBezTo>
                  <a:cubicBezTo>
                    <a:pt x="3260408" y="323850"/>
                    <a:pt x="3416903" y="352616"/>
                    <a:pt x="3568541" y="398812"/>
                  </a:cubicBezTo>
                  <a:cubicBezTo>
                    <a:pt x="3720179" y="445199"/>
                    <a:pt x="3866293" y="510159"/>
                    <a:pt x="4006215" y="588264"/>
                  </a:cubicBezTo>
                  <a:cubicBezTo>
                    <a:pt x="4076224" y="627412"/>
                    <a:pt x="4144899" y="669703"/>
                    <a:pt x="4211479" y="715709"/>
                  </a:cubicBezTo>
                  <a:cubicBezTo>
                    <a:pt x="4278630" y="761048"/>
                    <a:pt x="4343686" y="810006"/>
                    <a:pt x="4407504" y="861155"/>
                  </a:cubicBezTo>
                  <a:cubicBezTo>
                    <a:pt x="4535424" y="963073"/>
                    <a:pt x="4656868" y="1076135"/>
                    <a:pt x="4772501" y="1195578"/>
                  </a:cubicBezTo>
                  <a:close/>
                </a:path>
              </a:pathLst>
            </a:custGeom>
            <a:ln w="9525" cap="flat">
              <a:noFill/>
              <a:prstDash val="solid"/>
              <a:miter/>
            </a:ln>
          </p:spPr>
          <p:txBody>
            <a:bodyPr rtlCol="0" anchor="ctr"/>
            <a:lstStyle/>
            <a:p>
              <a:endParaRPr lang="en-US" dirty="0"/>
            </a:p>
          </p:txBody>
        </p:sp>
      </p:grpSp>
      <p:pic>
        <p:nvPicPr>
          <p:cNvPr id="17" name="图片 16" descr="图片包含 游戏机&#10;&#10;描述已自动生成">
            <a:extLst>
              <a:ext uri="{FF2B5EF4-FFF2-40B4-BE49-F238E27FC236}">
                <a16:creationId xmlns:a16="http://schemas.microsoft.com/office/drawing/2014/main" id="{3FE7E3C9-EA8E-87B2-4B10-2FB5EFD9F765}"/>
              </a:ext>
            </a:extLst>
          </p:cNvPr>
          <p:cNvPicPr>
            <a:picLocks noChangeAspect="1"/>
          </p:cNvPicPr>
          <p:nvPr/>
        </p:nvPicPr>
        <p:blipFill>
          <a:blip r:embed="rId3">
            <a:alphaModFix/>
            <a:extLst>
              <a:ext uri="{28A0092B-C50C-407E-A947-70E740481C1C}">
                <a14:useLocalDpi xmlns:a14="http://schemas.microsoft.com/office/drawing/2010/main" val="0"/>
              </a:ext>
            </a:extLst>
          </a:blip>
          <a:srcRect t="16549" r="3" b="8454"/>
          <a:stretch/>
        </p:blipFill>
        <p:spPr>
          <a:xfrm>
            <a:off x="3225930" y="2624324"/>
            <a:ext cx="3316388" cy="3316386"/>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pic>
        <p:nvPicPr>
          <p:cNvPr id="20" name="图片 19" descr="图形用户界面, 网站&#10;&#10;描述已自动生成">
            <a:extLst>
              <a:ext uri="{FF2B5EF4-FFF2-40B4-BE49-F238E27FC236}">
                <a16:creationId xmlns:a16="http://schemas.microsoft.com/office/drawing/2014/main" id="{DB75D422-6495-5BC1-BC72-5B1AD7DEBC71}"/>
              </a:ext>
            </a:extLst>
          </p:cNvPr>
          <p:cNvPicPr>
            <a:picLocks noChangeAspect="1"/>
          </p:cNvPicPr>
          <p:nvPr/>
        </p:nvPicPr>
        <p:blipFill>
          <a:blip r:embed="rId4">
            <a:alphaModFix/>
            <a:extLst>
              <a:ext uri="{28A0092B-C50C-407E-A947-70E740481C1C}">
                <a14:useLocalDpi xmlns:a14="http://schemas.microsoft.com/office/drawing/2010/main" val="0"/>
              </a:ext>
            </a:extLst>
          </a:blip>
          <a:srcRect l="291" r="5541" b="1"/>
          <a:stretch/>
        </p:blipFill>
        <p:spPr>
          <a:xfrm>
            <a:off x="20" y="6910"/>
            <a:ext cx="4377325" cy="3776782"/>
          </a:xfrm>
          <a:custGeom>
            <a:avLst/>
            <a:gdLst/>
            <a:ahLst/>
            <a:cxnLst/>
            <a:rect l="l" t="t" r="r" b="b"/>
            <a:pathLst>
              <a:path w="4443799" h="3776782">
                <a:moveTo>
                  <a:pt x="0" y="0"/>
                </a:moveTo>
                <a:lnTo>
                  <a:pt x="4164578" y="0"/>
                </a:lnTo>
                <a:lnTo>
                  <a:pt x="4238884" y="154250"/>
                </a:lnTo>
                <a:cubicBezTo>
                  <a:pt x="4370833" y="466214"/>
                  <a:pt x="4443799" y="809200"/>
                  <a:pt x="4443799" y="1169228"/>
                </a:cubicBezTo>
                <a:cubicBezTo>
                  <a:pt x="4443799" y="2609341"/>
                  <a:pt x="3276357" y="3776782"/>
                  <a:pt x="1836244" y="3776782"/>
                </a:cubicBezTo>
                <a:cubicBezTo>
                  <a:pt x="1206195" y="3776782"/>
                  <a:pt x="628337" y="3553326"/>
                  <a:pt x="177598" y="3181344"/>
                </a:cubicBezTo>
                <a:lnTo>
                  <a:pt x="0" y="3019932"/>
                </a:lnTo>
                <a:close/>
              </a:path>
            </a:pathLst>
          </a:custGeom>
          <a:effectLst>
            <a:softEdge rad="0"/>
          </a:effectLst>
        </p:spPr>
      </p:pic>
      <p:grpSp>
        <p:nvGrpSpPr>
          <p:cNvPr id="152" name="Group 151">
            <a:extLst>
              <a:ext uri="{FF2B5EF4-FFF2-40B4-BE49-F238E27FC236}">
                <a16:creationId xmlns:a16="http://schemas.microsoft.com/office/drawing/2014/main" id="{EFC6FFFA-AB2A-4812-A998-4A53F250651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938"/>
            <a:ext cx="4457647" cy="3832799"/>
            <a:chOff x="10433" y="1938"/>
            <a:chExt cx="4457647" cy="3832799"/>
          </a:xfrm>
        </p:grpSpPr>
        <p:sp>
          <p:nvSpPr>
            <p:cNvPr id="153" name="Freeform: Shape 152">
              <a:extLst>
                <a:ext uri="{FF2B5EF4-FFF2-40B4-BE49-F238E27FC236}">
                  <a16:creationId xmlns:a16="http://schemas.microsoft.com/office/drawing/2014/main" id="{31E65805-5661-43B0-87EA-AB7A8CB617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3" y="1938"/>
              <a:ext cx="4403916" cy="3820281"/>
            </a:xfrm>
            <a:custGeom>
              <a:avLst/>
              <a:gdLst>
                <a:gd name="connsiteX0" fmla="*/ 3689956 w 4403916"/>
                <a:gd name="connsiteY0" fmla="*/ 0 h 3764028"/>
                <a:gd name="connsiteX1" fmla="*/ 4028939 w 4403916"/>
                <a:gd name="connsiteY1" fmla="*/ 0 h 3764028"/>
                <a:gd name="connsiteX2" fmla="*/ 4108310 w 4403916"/>
                <a:gd name="connsiteY2" fmla="*/ 114997 h 3764028"/>
                <a:gd name="connsiteX3" fmla="*/ 4317915 w 4403916"/>
                <a:gd name="connsiteY3" fmla="*/ 555006 h 3764028"/>
                <a:gd name="connsiteX4" fmla="*/ 4403828 w 4403916"/>
                <a:gd name="connsiteY4" fmla="*/ 1046236 h 3764028"/>
                <a:gd name="connsiteX5" fmla="*/ 4382668 w 4403916"/>
                <a:gd name="connsiteY5" fmla="*/ 1299162 h 3764028"/>
                <a:gd name="connsiteX6" fmla="*/ 4315735 w 4403916"/>
                <a:gd name="connsiteY6" fmla="*/ 1544277 h 3764028"/>
                <a:gd name="connsiteX7" fmla="*/ 4171337 w 4403916"/>
                <a:gd name="connsiteY7" fmla="*/ 1963761 h 3764028"/>
                <a:gd name="connsiteX8" fmla="*/ 4139187 w 4403916"/>
                <a:gd name="connsiteY8" fmla="*/ 2070198 h 3764028"/>
                <a:gd name="connsiteX9" fmla="*/ 4108128 w 4403916"/>
                <a:gd name="connsiteY9" fmla="*/ 2177998 h 3764028"/>
                <a:gd name="connsiteX10" fmla="*/ 4077250 w 4403916"/>
                <a:gd name="connsiteY10" fmla="*/ 2287888 h 3764028"/>
                <a:gd name="connsiteX11" fmla="*/ 4061448 w 4403916"/>
                <a:gd name="connsiteY11" fmla="*/ 2343649 h 3764028"/>
                <a:gd name="connsiteX12" fmla="*/ 4044374 w 4403916"/>
                <a:gd name="connsiteY12" fmla="*/ 2400591 h 3764028"/>
                <a:gd name="connsiteX13" fmla="*/ 4025939 w 4403916"/>
                <a:gd name="connsiteY13" fmla="*/ 2458259 h 3764028"/>
                <a:gd name="connsiteX14" fmla="*/ 4005596 w 4403916"/>
                <a:gd name="connsiteY14" fmla="*/ 2516565 h 3764028"/>
                <a:gd name="connsiteX15" fmla="*/ 3982800 w 4403916"/>
                <a:gd name="connsiteY15" fmla="*/ 2575233 h 3764028"/>
                <a:gd name="connsiteX16" fmla="*/ 3956101 w 4403916"/>
                <a:gd name="connsiteY16" fmla="*/ 2633628 h 3764028"/>
                <a:gd name="connsiteX17" fmla="*/ 3821782 w 4403916"/>
                <a:gd name="connsiteY17" fmla="*/ 2851680 h 3764028"/>
                <a:gd name="connsiteX18" fmla="*/ 3660763 w 4403916"/>
                <a:gd name="connsiteY18" fmla="*/ 3038310 h 3764028"/>
                <a:gd name="connsiteX19" fmla="*/ 3618442 w 4403916"/>
                <a:gd name="connsiteY19" fmla="*/ 3081447 h 3764028"/>
                <a:gd name="connsiteX20" fmla="*/ 3575667 w 4403916"/>
                <a:gd name="connsiteY20" fmla="*/ 3124131 h 3764028"/>
                <a:gd name="connsiteX21" fmla="*/ 3531621 w 4403916"/>
                <a:gd name="connsiteY21" fmla="*/ 3165816 h 3764028"/>
                <a:gd name="connsiteX22" fmla="*/ 3487030 w 4403916"/>
                <a:gd name="connsiteY22" fmla="*/ 3207138 h 3764028"/>
                <a:gd name="connsiteX23" fmla="*/ 3441167 w 4403916"/>
                <a:gd name="connsiteY23" fmla="*/ 3247279 h 3764028"/>
                <a:gd name="connsiteX24" fmla="*/ 3394578 w 4403916"/>
                <a:gd name="connsiteY24" fmla="*/ 3286966 h 3764028"/>
                <a:gd name="connsiteX25" fmla="*/ 3382862 w 4403916"/>
                <a:gd name="connsiteY25" fmla="*/ 3296865 h 3764028"/>
                <a:gd name="connsiteX26" fmla="*/ 3370693 w 4403916"/>
                <a:gd name="connsiteY26" fmla="*/ 3306310 h 3764028"/>
                <a:gd name="connsiteX27" fmla="*/ 3346354 w 4403916"/>
                <a:gd name="connsiteY27" fmla="*/ 3325109 h 3764028"/>
                <a:gd name="connsiteX28" fmla="*/ 3297586 w 4403916"/>
                <a:gd name="connsiteY28" fmla="*/ 3362799 h 3764028"/>
                <a:gd name="connsiteX29" fmla="*/ 3196234 w 4403916"/>
                <a:gd name="connsiteY29" fmla="*/ 3433999 h 3764028"/>
                <a:gd name="connsiteX30" fmla="*/ 3090250 w 4403916"/>
                <a:gd name="connsiteY30" fmla="*/ 3499297 h 3764028"/>
                <a:gd name="connsiteX31" fmla="*/ 2628717 w 4403916"/>
                <a:gd name="connsiteY31" fmla="*/ 3690013 h 3764028"/>
                <a:gd name="connsiteX32" fmla="*/ 2139758 w 4403916"/>
                <a:gd name="connsiteY32" fmla="*/ 3761758 h 3764028"/>
                <a:gd name="connsiteX33" fmla="*/ 2078638 w 4403916"/>
                <a:gd name="connsiteY33" fmla="*/ 3763392 h 3764028"/>
                <a:gd name="connsiteX34" fmla="*/ 2048123 w 4403916"/>
                <a:gd name="connsiteY34" fmla="*/ 3764028 h 3764028"/>
                <a:gd name="connsiteX35" fmla="*/ 2017699 w 4403916"/>
                <a:gd name="connsiteY35" fmla="*/ 3763574 h 3764028"/>
                <a:gd name="connsiteX36" fmla="*/ 1956943 w 4403916"/>
                <a:gd name="connsiteY36" fmla="*/ 3762121 h 3764028"/>
                <a:gd name="connsiteX37" fmla="*/ 1896005 w 4403916"/>
                <a:gd name="connsiteY37" fmla="*/ 3759488 h 3764028"/>
                <a:gd name="connsiteX38" fmla="*/ 1773311 w 4403916"/>
                <a:gd name="connsiteY38" fmla="*/ 3749497 h 3764028"/>
                <a:gd name="connsiteX39" fmla="*/ 1651434 w 4403916"/>
                <a:gd name="connsiteY39" fmla="*/ 3733423 h 3764028"/>
                <a:gd name="connsiteX40" fmla="*/ 1530829 w 4403916"/>
                <a:gd name="connsiteY40" fmla="*/ 3711173 h 3764028"/>
                <a:gd name="connsiteX41" fmla="*/ 1411677 w 4403916"/>
                <a:gd name="connsiteY41" fmla="*/ 3683655 h 3764028"/>
                <a:gd name="connsiteX42" fmla="*/ 1294251 w 4403916"/>
                <a:gd name="connsiteY42" fmla="*/ 3650961 h 3764028"/>
                <a:gd name="connsiteX43" fmla="*/ 1236219 w 4403916"/>
                <a:gd name="connsiteY43" fmla="*/ 3632707 h 3764028"/>
                <a:gd name="connsiteX44" fmla="*/ 1178550 w 4403916"/>
                <a:gd name="connsiteY44" fmla="*/ 3613817 h 3764028"/>
                <a:gd name="connsiteX45" fmla="*/ 735362 w 4403916"/>
                <a:gd name="connsiteY45" fmla="*/ 3422375 h 3764028"/>
                <a:gd name="connsiteX46" fmla="*/ 329228 w 4403916"/>
                <a:gd name="connsiteY46" fmla="*/ 3165635 h 3764028"/>
                <a:gd name="connsiteX47" fmla="*/ 235414 w 4403916"/>
                <a:gd name="connsiteY47" fmla="*/ 3090529 h 3764028"/>
                <a:gd name="connsiteX48" fmla="*/ 145506 w 4403916"/>
                <a:gd name="connsiteY48" fmla="*/ 3010882 h 3764028"/>
                <a:gd name="connsiteX49" fmla="*/ 123437 w 4403916"/>
                <a:gd name="connsiteY49" fmla="*/ 2990539 h 3764028"/>
                <a:gd name="connsiteX50" fmla="*/ 112357 w 4403916"/>
                <a:gd name="connsiteY50" fmla="*/ 2980368 h 3764028"/>
                <a:gd name="connsiteX51" fmla="*/ 101731 w 4403916"/>
                <a:gd name="connsiteY51" fmla="*/ 2969742 h 3764028"/>
                <a:gd name="connsiteX52" fmla="*/ 59411 w 4403916"/>
                <a:gd name="connsiteY52" fmla="*/ 2927148 h 3764028"/>
                <a:gd name="connsiteX53" fmla="*/ 17180 w 4403916"/>
                <a:gd name="connsiteY53" fmla="*/ 2884374 h 3764028"/>
                <a:gd name="connsiteX54" fmla="*/ 0 w 4403916"/>
                <a:gd name="connsiteY54" fmla="*/ 2865736 h 3764028"/>
                <a:gd name="connsiteX55" fmla="*/ 0 w 4403916"/>
                <a:gd name="connsiteY55" fmla="*/ 2465769 h 3764028"/>
                <a:gd name="connsiteX56" fmla="*/ 31167 w 4403916"/>
                <a:gd name="connsiteY56" fmla="*/ 2508028 h 3764028"/>
                <a:gd name="connsiteX57" fmla="*/ 62771 w 4403916"/>
                <a:gd name="connsiteY57" fmla="*/ 2551984 h 3764028"/>
                <a:gd name="connsiteX58" fmla="*/ 96101 w 4403916"/>
                <a:gd name="connsiteY58" fmla="*/ 2594667 h 3764028"/>
                <a:gd name="connsiteX59" fmla="*/ 129249 w 4403916"/>
                <a:gd name="connsiteY59" fmla="*/ 2637533 h 3764028"/>
                <a:gd name="connsiteX60" fmla="*/ 164214 w 4403916"/>
                <a:gd name="connsiteY60" fmla="*/ 2679037 h 3764028"/>
                <a:gd name="connsiteX61" fmla="*/ 199451 w 4403916"/>
                <a:gd name="connsiteY61" fmla="*/ 2720268 h 3764028"/>
                <a:gd name="connsiteX62" fmla="*/ 236595 w 4403916"/>
                <a:gd name="connsiteY62" fmla="*/ 2759954 h 3764028"/>
                <a:gd name="connsiteX63" fmla="*/ 274284 w 4403916"/>
                <a:gd name="connsiteY63" fmla="*/ 2799097 h 3764028"/>
                <a:gd name="connsiteX64" fmla="*/ 283729 w 4403916"/>
                <a:gd name="connsiteY64" fmla="*/ 2808905 h 3764028"/>
                <a:gd name="connsiteX65" fmla="*/ 293628 w 4403916"/>
                <a:gd name="connsiteY65" fmla="*/ 2818168 h 3764028"/>
                <a:gd name="connsiteX66" fmla="*/ 313426 w 4403916"/>
                <a:gd name="connsiteY66" fmla="*/ 2836786 h 3764028"/>
                <a:gd name="connsiteX67" fmla="*/ 353113 w 4403916"/>
                <a:gd name="connsiteY67" fmla="*/ 2874021 h 3764028"/>
                <a:gd name="connsiteX68" fmla="*/ 363012 w 4403916"/>
                <a:gd name="connsiteY68" fmla="*/ 2883375 h 3764028"/>
                <a:gd name="connsiteX69" fmla="*/ 373366 w 4403916"/>
                <a:gd name="connsiteY69" fmla="*/ 2892184 h 3764028"/>
                <a:gd name="connsiteX70" fmla="*/ 393981 w 4403916"/>
                <a:gd name="connsiteY70" fmla="*/ 2909894 h 3764028"/>
                <a:gd name="connsiteX71" fmla="*/ 477624 w 4403916"/>
                <a:gd name="connsiteY71" fmla="*/ 2979641 h 3764028"/>
                <a:gd name="connsiteX72" fmla="*/ 844252 w 4403916"/>
                <a:gd name="connsiteY72" fmla="*/ 3215402 h 3764028"/>
                <a:gd name="connsiteX73" fmla="*/ 1253655 w 4403916"/>
                <a:gd name="connsiteY73" fmla="*/ 3364978 h 3764028"/>
                <a:gd name="connsiteX74" fmla="*/ 1306783 w 4403916"/>
                <a:gd name="connsiteY74" fmla="*/ 3376875 h 3764028"/>
                <a:gd name="connsiteX75" fmla="*/ 1360093 w 4403916"/>
                <a:gd name="connsiteY75" fmla="*/ 3387773 h 3764028"/>
                <a:gd name="connsiteX76" fmla="*/ 1413766 w 4403916"/>
                <a:gd name="connsiteY76" fmla="*/ 3396492 h 3764028"/>
                <a:gd name="connsiteX77" fmla="*/ 1440558 w 4403916"/>
                <a:gd name="connsiteY77" fmla="*/ 3400850 h 3764028"/>
                <a:gd name="connsiteX78" fmla="*/ 1467439 w 4403916"/>
                <a:gd name="connsiteY78" fmla="*/ 3404665 h 3764028"/>
                <a:gd name="connsiteX79" fmla="*/ 1575239 w 4403916"/>
                <a:gd name="connsiteY79" fmla="*/ 3416199 h 3764028"/>
                <a:gd name="connsiteX80" fmla="*/ 1683220 w 4403916"/>
                <a:gd name="connsiteY80" fmla="*/ 3422375 h 3764028"/>
                <a:gd name="connsiteX81" fmla="*/ 1791112 w 4403916"/>
                <a:gd name="connsiteY81" fmla="*/ 3423646 h 3764028"/>
                <a:gd name="connsiteX82" fmla="*/ 1844966 w 4403916"/>
                <a:gd name="connsiteY82" fmla="*/ 3422012 h 3764028"/>
                <a:gd name="connsiteX83" fmla="*/ 1898639 w 4403916"/>
                <a:gd name="connsiteY83" fmla="*/ 3420376 h 3764028"/>
                <a:gd name="connsiteX84" fmla="*/ 1952857 w 4403916"/>
                <a:gd name="connsiteY84" fmla="*/ 3417380 h 3764028"/>
                <a:gd name="connsiteX85" fmla="*/ 2007256 w 4403916"/>
                <a:gd name="connsiteY85" fmla="*/ 3413747 h 3764028"/>
                <a:gd name="connsiteX86" fmla="*/ 2034410 w 4403916"/>
                <a:gd name="connsiteY86" fmla="*/ 3412203 h 3764028"/>
                <a:gd name="connsiteX87" fmla="*/ 2061383 w 4403916"/>
                <a:gd name="connsiteY87" fmla="*/ 3409570 h 3764028"/>
                <a:gd name="connsiteX88" fmla="*/ 2115238 w 4403916"/>
                <a:gd name="connsiteY88" fmla="*/ 3404484 h 3764028"/>
                <a:gd name="connsiteX89" fmla="*/ 2535085 w 4403916"/>
                <a:gd name="connsiteY89" fmla="*/ 3335100 h 3764028"/>
                <a:gd name="connsiteX90" fmla="*/ 2932138 w 4403916"/>
                <a:gd name="connsiteY90" fmla="*/ 3201417 h 3764028"/>
                <a:gd name="connsiteX91" fmla="*/ 3027041 w 4403916"/>
                <a:gd name="connsiteY91" fmla="*/ 3155554 h 3764028"/>
                <a:gd name="connsiteX92" fmla="*/ 3119675 w 4403916"/>
                <a:gd name="connsiteY92" fmla="*/ 3104152 h 3764028"/>
                <a:gd name="connsiteX93" fmla="*/ 3164810 w 4403916"/>
                <a:gd name="connsiteY93" fmla="*/ 3075998 h 3764028"/>
                <a:gd name="connsiteX94" fmla="*/ 3187424 w 4403916"/>
                <a:gd name="connsiteY94" fmla="*/ 3061830 h 3764028"/>
                <a:gd name="connsiteX95" fmla="*/ 3198685 w 4403916"/>
                <a:gd name="connsiteY95" fmla="*/ 3054747 h 3764028"/>
                <a:gd name="connsiteX96" fmla="*/ 3209583 w 4403916"/>
                <a:gd name="connsiteY96" fmla="*/ 3047028 h 3764028"/>
                <a:gd name="connsiteX97" fmla="*/ 3253448 w 4403916"/>
                <a:gd name="connsiteY97" fmla="*/ 3016331 h 3764028"/>
                <a:gd name="connsiteX98" fmla="*/ 3296767 w 4403916"/>
                <a:gd name="connsiteY98" fmla="*/ 2984636 h 3764028"/>
                <a:gd name="connsiteX99" fmla="*/ 3338998 w 4403916"/>
                <a:gd name="connsiteY99" fmla="*/ 2951216 h 3764028"/>
                <a:gd name="connsiteX100" fmla="*/ 3380501 w 4403916"/>
                <a:gd name="connsiteY100" fmla="*/ 2916796 h 3764028"/>
                <a:gd name="connsiteX101" fmla="*/ 3421005 w 4403916"/>
                <a:gd name="connsiteY101" fmla="*/ 2880923 h 3764028"/>
                <a:gd name="connsiteX102" fmla="*/ 3460602 w 4403916"/>
                <a:gd name="connsiteY102" fmla="*/ 2844233 h 3764028"/>
                <a:gd name="connsiteX103" fmla="*/ 3602458 w 4403916"/>
                <a:gd name="connsiteY103" fmla="*/ 2688754 h 3764028"/>
                <a:gd name="connsiteX104" fmla="*/ 3706899 w 4403916"/>
                <a:gd name="connsiteY104" fmla="*/ 2519198 h 3764028"/>
                <a:gd name="connsiteX105" fmla="*/ 3726787 w 4403916"/>
                <a:gd name="connsiteY105" fmla="*/ 2473699 h 3764028"/>
                <a:gd name="connsiteX106" fmla="*/ 3743860 w 4403916"/>
                <a:gd name="connsiteY106" fmla="*/ 2425747 h 3764028"/>
                <a:gd name="connsiteX107" fmla="*/ 3759481 w 4403916"/>
                <a:gd name="connsiteY107" fmla="*/ 2376070 h 3764028"/>
                <a:gd name="connsiteX108" fmla="*/ 3774102 w 4403916"/>
                <a:gd name="connsiteY108" fmla="*/ 2324941 h 3764028"/>
                <a:gd name="connsiteX109" fmla="*/ 3881812 w 4403916"/>
                <a:gd name="connsiteY109" fmla="*/ 1882480 h 3764028"/>
                <a:gd name="connsiteX110" fmla="*/ 4023759 w 4403916"/>
                <a:gd name="connsiteY110" fmla="*/ 1437930 h 3764028"/>
                <a:gd name="connsiteX111" fmla="*/ 4097321 w 4403916"/>
                <a:gd name="connsiteY111" fmla="*/ 1045691 h 3764028"/>
                <a:gd name="connsiteX112" fmla="*/ 4037563 w 4403916"/>
                <a:gd name="connsiteY112" fmla="*/ 642917 h 3764028"/>
                <a:gd name="connsiteX113" fmla="*/ 3865374 w 4403916"/>
                <a:gd name="connsiteY113" fmla="*/ 257581 h 3764028"/>
                <a:gd name="connsiteX114" fmla="*/ 3748583 w 4403916"/>
                <a:gd name="connsiteY114" fmla="*/ 76400 h 3764028"/>
                <a:gd name="connsiteX115" fmla="*/ 0 w 4403916"/>
                <a:gd name="connsiteY115" fmla="*/ 0 h 3764028"/>
                <a:gd name="connsiteX116" fmla="*/ 490974 w 4403916"/>
                <a:gd name="connsiteY116" fmla="*/ 0 h 3764028"/>
                <a:gd name="connsiteX117" fmla="*/ 340218 w 4403916"/>
                <a:gd name="connsiteY117" fmla="*/ 124715 h 3764028"/>
                <a:gd name="connsiteX118" fmla="*/ 158390 w 4403916"/>
                <a:gd name="connsiteY118" fmla="*/ 262927 h 3764028"/>
                <a:gd name="connsiteX119" fmla="*/ 0 w 4403916"/>
                <a:gd name="connsiteY119" fmla="*/ 383581 h 3764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403916" h="3764028">
                  <a:moveTo>
                    <a:pt x="3689956" y="0"/>
                  </a:moveTo>
                  <a:lnTo>
                    <a:pt x="4028939" y="0"/>
                  </a:lnTo>
                  <a:lnTo>
                    <a:pt x="4108310" y="114997"/>
                  </a:lnTo>
                  <a:cubicBezTo>
                    <a:pt x="4192952" y="252132"/>
                    <a:pt x="4264879" y="398983"/>
                    <a:pt x="4317915" y="555006"/>
                  </a:cubicBezTo>
                  <a:cubicBezTo>
                    <a:pt x="4370771" y="710848"/>
                    <a:pt x="4402375" y="877134"/>
                    <a:pt x="4403828" y="1046236"/>
                  </a:cubicBezTo>
                  <a:cubicBezTo>
                    <a:pt x="4404828" y="1130696"/>
                    <a:pt x="4397290" y="1215610"/>
                    <a:pt x="4382668" y="1299162"/>
                  </a:cubicBezTo>
                  <a:cubicBezTo>
                    <a:pt x="4367774" y="1382713"/>
                    <a:pt x="4344979" y="1464903"/>
                    <a:pt x="4315735" y="1544277"/>
                  </a:cubicBezTo>
                  <a:cubicBezTo>
                    <a:pt x="4264697" y="1683409"/>
                    <a:pt x="4215111" y="1822540"/>
                    <a:pt x="4171337" y="1963761"/>
                  </a:cubicBezTo>
                  <a:lnTo>
                    <a:pt x="4139187" y="2070198"/>
                  </a:lnTo>
                  <a:lnTo>
                    <a:pt x="4108128" y="2177998"/>
                  </a:lnTo>
                  <a:lnTo>
                    <a:pt x="4077250" y="2287888"/>
                  </a:lnTo>
                  <a:lnTo>
                    <a:pt x="4061448" y="2343649"/>
                  </a:lnTo>
                  <a:lnTo>
                    <a:pt x="4044374" y="2400591"/>
                  </a:lnTo>
                  <a:cubicBezTo>
                    <a:pt x="4039107" y="2419391"/>
                    <a:pt x="4032296" y="2439007"/>
                    <a:pt x="4025939" y="2458259"/>
                  </a:cubicBezTo>
                  <a:cubicBezTo>
                    <a:pt x="4019218" y="2477695"/>
                    <a:pt x="4013769" y="2496857"/>
                    <a:pt x="4005596" y="2516565"/>
                  </a:cubicBezTo>
                  <a:lnTo>
                    <a:pt x="3982800" y="2575233"/>
                  </a:lnTo>
                  <a:cubicBezTo>
                    <a:pt x="3974264" y="2594758"/>
                    <a:pt x="3965091" y="2614193"/>
                    <a:pt x="3956101" y="2633628"/>
                  </a:cubicBezTo>
                  <a:cubicBezTo>
                    <a:pt x="3918502" y="2710550"/>
                    <a:pt x="3873547" y="2785837"/>
                    <a:pt x="3821782" y="2851680"/>
                  </a:cubicBezTo>
                  <a:cubicBezTo>
                    <a:pt x="3771469" y="2919429"/>
                    <a:pt x="3716071" y="2979460"/>
                    <a:pt x="3660763" y="3038310"/>
                  </a:cubicBezTo>
                  <a:cubicBezTo>
                    <a:pt x="3647231" y="3053475"/>
                    <a:pt x="3632700" y="3067279"/>
                    <a:pt x="3618442" y="3081447"/>
                  </a:cubicBezTo>
                  <a:lnTo>
                    <a:pt x="3575667" y="3124131"/>
                  </a:lnTo>
                  <a:cubicBezTo>
                    <a:pt x="3561682" y="3138662"/>
                    <a:pt x="3546515" y="3152013"/>
                    <a:pt x="3531621" y="3165816"/>
                  </a:cubicBezTo>
                  <a:lnTo>
                    <a:pt x="3487030" y="3207138"/>
                  </a:lnTo>
                  <a:cubicBezTo>
                    <a:pt x="3472408" y="3221124"/>
                    <a:pt x="3456515" y="3234020"/>
                    <a:pt x="3441167" y="3247279"/>
                  </a:cubicBezTo>
                  <a:lnTo>
                    <a:pt x="3394578" y="3286966"/>
                  </a:lnTo>
                  <a:lnTo>
                    <a:pt x="3382862" y="3296865"/>
                  </a:lnTo>
                  <a:lnTo>
                    <a:pt x="3370693" y="3306310"/>
                  </a:lnTo>
                  <a:lnTo>
                    <a:pt x="3346354" y="3325109"/>
                  </a:lnTo>
                  <a:lnTo>
                    <a:pt x="3297586" y="3362799"/>
                  </a:lnTo>
                  <a:cubicBezTo>
                    <a:pt x="3264528" y="3387228"/>
                    <a:pt x="3230108" y="3410205"/>
                    <a:pt x="3196234" y="3433999"/>
                  </a:cubicBezTo>
                  <a:cubicBezTo>
                    <a:pt x="3161268" y="3456068"/>
                    <a:pt x="3125850" y="3477863"/>
                    <a:pt x="3090250" y="3499297"/>
                  </a:cubicBezTo>
                  <a:cubicBezTo>
                    <a:pt x="2946123" y="3582485"/>
                    <a:pt x="2789736" y="3647146"/>
                    <a:pt x="2628717" y="3690013"/>
                  </a:cubicBezTo>
                  <a:cubicBezTo>
                    <a:pt x="2467698" y="3733060"/>
                    <a:pt x="2302775" y="3755582"/>
                    <a:pt x="2139758" y="3761758"/>
                  </a:cubicBezTo>
                  <a:lnTo>
                    <a:pt x="2078638" y="3763392"/>
                  </a:lnTo>
                  <a:lnTo>
                    <a:pt x="2048123" y="3764028"/>
                  </a:lnTo>
                  <a:lnTo>
                    <a:pt x="2017699" y="3763574"/>
                  </a:lnTo>
                  <a:lnTo>
                    <a:pt x="1956943" y="3762121"/>
                  </a:lnTo>
                  <a:cubicBezTo>
                    <a:pt x="1936691" y="3761577"/>
                    <a:pt x="1916620" y="3761395"/>
                    <a:pt x="1896005" y="3759488"/>
                  </a:cubicBezTo>
                  <a:cubicBezTo>
                    <a:pt x="1854955" y="3756400"/>
                    <a:pt x="1814088" y="3753947"/>
                    <a:pt x="1773311" y="3749497"/>
                  </a:cubicBezTo>
                  <a:lnTo>
                    <a:pt x="1651434" y="3733423"/>
                  </a:lnTo>
                  <a:lnTo>
                    <a:pt x="1530829" y="3711173"/>
                  </a:lnTo>
                  <a:cubicBezTo>
                    <a:pt x="1490960" y="3702273"/>
                    <a:pt x="1451274" y="3692737"/>
                    <a:pt x="1411677" y="3683655"/>
                  </a:cubicBezTo>
                  <a:cubicBezTo>
                    <a:pt x="1372263" y="3673756"/>
                    <a:pt x="1333302" y="3661678"/>
                    <a:pt x="1294251" y="3650961"/>
                  </a:cubicBezTo>
                  <a:cubicBezTo>
                    <a:pt x="1274634" y="3645966"/>
                    <a:pt x="1255562" y="3638883"/>
                    <a:pt x="1236219" y="3632707"/>
                  </a:cubicBezTo>
                  <a:lnTo>
                    <a:pt x="1178550" y="3613817"/>
                  </a:lnTo>
                  <a:cubicBezTo>
                    <a:pt x="1025523" y="3561324"/>
                    <a:pt x="877309" y="3497299"/>
                    <a:pt x="735362" y="3422375"/>
                  </a:cubicBezTo>
                  <a:cubicBezTo>
                    <a:pt x="593506" y="3347359"/>
                    <a:pt x="456827" y="3262627"/>
                    <a:pt x="329228" y="3165635"/>
                  </a:cubicBezTo>
                  <a:cubicBezTo>
                    <a:pt x="296716" y="3142204"/>
                    <a:pt x="266292" y="3116049"/>
                    <a:pt x="235414" y="3090529"/>
                  </a:cubicBezTo>
                  <a:cubicBezTo>
                    <a:pt x="203992" y="3065555"/>
                    <a:pt x="175021" y="3037946"/>
                    <a:pt x="145506" y="3010882"/>
                  </a:cubicBezTo>
                  <a:lnTo>
                    <a:pt x="123437" y="2990539"/>
                  </a:lnTo>
                  <a:lnTo>
                    <a:pt x="112357" y="2980368"/>
                  </a:lnTo>
                  <a:lnTo>
                    <a:pt x="101731" y="2969742"/>
                  </a:lnTo>
                  <a:lnTo>
                    <a:pt x="59411" y="2927148"/>
                  </a:lnTo>
                  <a:cubicBezTo>
                    <a:pt x="45425" y="2912800"/>
                    <a:pt x="30713" y="2899268"/>
                    <a:pt x="17180" y="2884374"/>
                  </a:cubicBezTo>
                  <a:lnTo>
                    <a:pt x="0" y="2865736"/>
                  </a:lnTo>
                  <a:lnTo>
                    <a:pt x="0" y="2465769"/>
                  </a:lnTo>
                  <a:lnTo>
                    <a:pt x="31167" y="2508028"/>
                  </a:lnTo>
                  <a:cubicBezTo>
                    <a:pt x="41883" y="2522559"/>
                    <a:pt x="52236" y="2537361"/>
                    <a:pt x="62771" y="2551984"/>
                  </a:cubicBezTo>
                  <a:lnTo>
                    <a:pt x="96101" y="2594667"/>
                  </a:lnTo>
                  <a:lnTo>
                    <a:pt x="129249" y="2637533"/>
                  </a:lnTo>
                  <a:cubicBezTo>
                    <a:pt x="140511" y="2651700"/>
                    <a:pt x="152589" y="2665141"/>
                    <a:pt x="164214" y="2679037"/>
                  </a:cubicBezTo>
                  <a:lnTo>
                    <a:pt x="199451" y="2720268"/>
                  </a:lnTo>
                  <a:cubicBezTo>
                    <a:pt x="211257" y="2733981"/>
                    <a:pt x="224153" y="2746696"/>
                    <a:pt x="236595" y="2759954"/>
                  </a:cubicBezTo>
                  <a:lnTo>
                    <a:pt x="274284" y="2799097"/>
                  </a:lnTo>
                  <a:lnTo>
                    <a:pt x="283729" y="2808905"/>
                  </a:lnTo>
                  <a:lnTo>
                    <a:pt x="293628" y="2818168"/>
                  </a:lnTo>
                  <a:lnTo>
                    <a:pt x="313426" y="2836786"/>
                  </a:lnTo>
                  <a:lnTo>
                    <a:pt x="353113" y="2874021"/>
                  </a:lnTo>
                  <a:lnTo>
                    <a:pt x="363012" y="2883375"/>
                  </a:lnTo>
                  <a:lnTo>
                    <a:pt x="373366" y="2892184"/>
                  </a:lnTo>
                  <a:lnTo>
                    <a:pt x="393981" y="2909894"/>
                  </a:lnTo>
                  <a:cubicBezTo>
                    <a:pt x="421498" y="2933506"/>
                    <a:pt x="448562" y="2957755"/>
                    <a:pt x="477624" y="2979641"/>
                  </a:cubicBezTo>
                  <a:cubicBezTo>
                    <a:pt x="591236" y="3070186"/>
                    <a:pt x="713658" y="3150650"/>
                    <a:pt x="844252" y="3215402"/>
                  </a:cubicBezTo>
                  <a:cubicBezTo>
                    <a:pt x="974756" y="3280337"/>
                    <a:pt x="1112435" y="3330741"/>
                    <a:pt x="1253655" y="3364978"/>
                  </a:cubicBezTo>
                  <a:lnTo>
                    <a:pt x="1306783" y="3376875"/>
                  </a:lnTo>
                  <a:cubicBezTo>
                    <a:pt x="1324583" y="3380599"/>
                    <a:pt x="1342020" y="3385231"/>
                    <a:pt x="1360093" y="3387773"/>
                  </a:cubicBezTo>
                  <a:lnTo>
                    <a:pt x="1413766" y="3396492"/>
                  </a:lnTo>
                  <a:lnTo>
                    <a:pt x="1440558" y="3400850"/>
                  </a:lnTo>
                  <a:cubicBezTo>
                    <a:pt x="1449457" y="3402304"/>
                    <a:pt x="1458358" y="3403848"/>
                    <a:pt x="1467439" y="3404665"/>
                  </a:cubicBezTo>
                  <a:cubicBezTo>
                    <a:pt x="1503494" y="3408480"/>
                    <a:pt x="1539367" y="3412930"/>
                    <a:pt x="1575239" y="3416199"/>
                  </a:cubicBezTo>
                  <a:lnTo>
                    <a:pt x="1683220" y="3422375"/>
                  </a:lnTo>
                  <a:lnTo>
                    <a:pt x="1791112" y="3423646"/>
                  </a:lnTo>
                  <a:cubicBezTo>
                    <a:pt x="1809002" y="3423918"/>
                    <a:pt x="1827075" y="3422465"/>
                    <a:pt x="1844966" y="3422012"/>
                  </a:cubicBezTo>
                  <a:lnTo>
                    <a:pt x="1898639" y="3420376"/>
                  </a:lnTo>
                  <a:cubicBezTo>
                    <a:pt x="1916348" y="3420195"/>
                    <a:pt x="1934693" y="3418560"/>
                    <a:pt x="1952857" y="3417380"/>
                  </a:cubicBezTo>
                  <a:lnTo>
                    <a:pt x="2007256" y="3413747"/>
                  </a:lnTo>
                  <a:lnTo>
                    <a:pt x="2034410" y="3412203"/>
                  </a:lnTo>
                  <a:lnTo>
                    <a:pt x="2061383" y="3409570"/>
                  </a:lnTo>
                  <a:cubicBezTo>
                    <a:pt x="2079365" y="3407753"/>
                    <a:pt x="2097255" y="3406028"/>
                    <a:pt x="2115238" y="3404484"/>
                  </a:cubicBezTo>
                  <a:cubicBezTo>
                    <a:pt x="2258546" y="3390317"/>
                    <a:pt x="2398768" y="3368157"/>
                    <a:pt x="2535085" y="3335100"/>
                  </a:cubicBezTo>
                  <a:cubicBezTo>
                    <a:pt x="2671311" y="3301951"/>
                    <a:pt x="2803994" y="3258541"/>
                    <a:pt x="2932138" y="3201417"/>
                  </a:cubicBezTo>
                  <a:cubicBezTo>
                    <a:pt x="2963741" y="3186432"/>
                    <a:pt x="2995346" y="3170993"/>
                    <a:pt x="3027041" y="3155554"/>
                  </a:cubicBezTo>
                  <a:cubicBezTo>
                    <a:pt x="3057737" y="3138390"/>
                    <a:pt x="3089069" y="3122042"/>
                    <a:pt x="3119675" y="3104152"/>
                  </a:cubicBezTo>
                  <a:lnTo>
                    <a:pt x="3164810" y="3075998"/>
                  </a:lnTo>
                  <a:lnTo>
                    <a:pt x="3187424" y="3061830"/>
                  </a:lnTo>
                  <a:lnTo>
                    <a:pt x="3198685" y="3054747"/>
                  </a:lnTo>
                  <a:lnTo>
                    <a:pt x="3209583" y="3047028"/>
                  </a:lnTo>
                  <a:lnTo>
                    <a:pt x="3253448" y="3016331"/>
                  </a:lnTo>
                  <a:cubicBezTo>
                    <a:pt x="3268069" y="3006069"/>
                    <a:pt x="3282963" y="2996169"/>
                    <a:pt x="3296767" y="2984636"/>
                  </a:cubicBezTo>
                  <a:lnTo>
                    <a:pt x="3338998" y="2951216"/>
                  </a:lnTo>
                  <a:cubicBezTo>
                    <a:pt x="3353074" y="2940045"/>
                    <a:pt x="3367242" y="2928966"/>
                    <a:pt x="3380501" y="2916796"/>
                  </a:cubicBezTo>
                  <a:lnTo>
                    <a:pt x="3421005" y="2880923"/>
                  </a:lnTo>
                  <a:cubicBezTo>
                    <a:pt x="3434356" y="2868844"/>
                    <a:pt x="3448160" y="2857038"/>
                    <a:pt x="3460602" y="2844233"/>
                  </a:cubicBezTo>
                  <a:cubicBezTo>
                    <a:pt x="3512095" y="2794193"/>
                    <a:pt x="3561409" y="2742881"/>
                    <a:pt x="3602458" y="2688754"/>
                  </a:cubicBezTo>
                  <a:cubicBezTo>
                    <a:pt x="3645597" y="2635263"/>
                    <a:pt x="3678564" y="2578865"/>
                    <a:pt x="3706899" y="2519198"/>
                  </a:cubicBezTo>
                  <a:lnTo>
                    <a:pt x="3726787" y="2473699"/>
                  </a:lnTo>
                  <a:lnTo>
                    <a:pt x="3743860" y="2425747"/>
                  </a:lnTo>
                  <a:cubicBezTo>
                    <a:pt x="3749945" y="2410217"/>
                    <a:pt x="3754214" y="2392599"/>
                    <a:pt x="3759481" y="2376070"/>
                  </a:cubicBezTo>
                  <a:cubicBezTo>
                    <a:pt x="3764476" y="2359179"/>
                    <a:pt x="3769652" y="2342832"/>
                    <a:pt x="3774102" y="2324941"/>
                  </a:cubicBezTo>
                  <a:cubicBezTo>
                    <a:pt x="3810339" y="2185264"/>
                    <a:pt x="3840945" y="2032328"/>
                    <a:pt x="3881812" y="1882480"/>
                  </a:cubicBezTo>
                  <a:cubicBezTo>
                    <a:pt x="3922044" y="1732087"/>
                    <a:pt x="3970177" y="1583782"/>
                    <a:pt x="4023759" y="1437930"/>
                  </a:cubicBezTo>
                  <a:cubicBezTo>
                    <a:pt x="4070711" y="1311967"/>
                    <a:pt x="4095323" y="1179828"/>
                    <a:pt x="4097321" y="1045691"/>
                  </a:cubicBezTo>
                  <a:cubicBezTo>
                    <a:pt x="4099500" y="911554"/>
                    <a:pt x="4077796" y="775601"/>
                    <a:pt x="4037563" y="642917"/>
                  </a:cubicBezTo>
                  <a:cubicBezTo>
                    <a:pt x="3997513" y="509961"/>
                    <a:pt x="3937665" y="380910"/>
                    <a:pt x="3865374" y="257581"/>
                  </a:cubicBezTo>
                  <a:cubicBezTo>
                    <a:pt x="3829320" y="195825"/>
                    <a:pt x="3789451" y="135886"/>
                    <a:pt x="3748583" y="76400"/>
                  </a:cubicBezTo>
                  <a:close/>
                  <a:moveTo>
                    <a:pt x="0" y="0"/>
                  </a:moveTo>
                  <a:lnTo>
                    <a:pt x="490974" y="0"/>
                  </a:lnTo>
                  <a:lnTo>
                    <a:pt x="340218" y="124715"/>
                  </a:lnTo>
                  <a:cubicBezTo>
                    <a:pt x="279415" y="172712"/>
                    <a:pt x="218386" y="218189"/>
                    <a:pt x="158390" y="262927"/>
                  </a:cubicBezTo>
                  <a:lnTo>
                    <a:pt x="0" y="383581"/>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4" name="Freeform: Shape 153">
              <a:extLst>
                <a:ext uri="{FF2B5EF4-FFF2-40B4-BE49-F238E27FC236}">
                  <a16:creationId xmlns:a16="http://schemas.microsoft.com/office/drawing/2014/main" id="{753B73FA-DD70-4019-916A-C6CBE0FB80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3" y="1939"/>
              <a:ext cx="4389739" cy="3770876"/>
            </a:xfrm>
            <a:custGeom>
              <a:avLst/>
              <a:gdLst>
                <a:gd name="connsiteX0" fmla="*/ 3380673 w 4389739"/>
                <a:gd name="connsiteY0" fmla="*/ 0 h 3715351"/>
                <a:gd name="connsiteX1" fmla="*/ 4063068 w 4389739"/>
                <a:gd name="connsiteY1" fmla="*/ 0 h 3715351"/>
                <a:gd name="connsiteX2" fmla="*/ 4090590 w 4389739"/>
                <a:gd name="connsiteY2" fmla="*/ 40479 h 3715351"/>
                <a:gd name="connsiteX3" fmla="*/ 4304021 w 4389739"/>
                <a:gd name="connsiteY3" fmla="*/ 1470170 h 3715351"/>
                <a:gd name="connsiteX4" fmla="*/ 3646869 w 4389739"/>
                <a:gd name="connsiteY4" fmla="*/ 3036312 h 3715351"/>
                <a:gd name="connsiteX5" fmla="*/ 1927337 w 4389739"/>
                <a:gd name="connsiteY5" fmla="*/ 3715351 h 3715351"/>
                <a:gd name="connsiteX6" fmla="*/ 112084 w 4389739"/>
                <a:gd name="connsiteY6" fmla="*/ 2970651 h 3715351"/>
                <a:gd name="connsiteX7" fmla="*/ 0 w 4389739"/>
                <a:gd name="connsiteY7" fmla="*/ 2848883 h 3715351"/>
                <a:gd name="connsiteX8" fmla="*/ 0 w 4389739"/>
                <a:gd name="connsiteY8" fmla="*/ 1794217 h 3715351"/>
                <a:gd name="connsiteX9" fmla="*/ 50420 w 4389739"/>
                <a:gd name="connsiteY9" fmla="*/ 1930977 h 3715351"/>
                <a:gd name="connsiteX10" fmla="*/ 494879 w 4389739"/>
                <a:gd name="connsiteY10" fmla="*/ 2582861 h 3715351"/>
                <a:gd name="connsiteX11" fmla="*/ 1927428 w 4389739"/>
                <a:gd name="connsiteY11" fmla="*/ 3170539 h 3715351"/>
                <a:gd name="connsiteX12" fmla="*/ 3261622 w 4389739"/>
                <a:gd name="connsiteY12" fmla="*/ 2651065 h 3715351"/>
                <a:gd name="connsiteX13" fmla="*/ 3451249 w 4389739"/>
                <a:gd name="connsiteY13" fmla="*/ 2406495 h 3715351"/>
                <a:gd name="connsiteX14" fmla="*/ 3548513 w 4389739"/>
                <a:gd name="connsiteY14" fmla="*/ 2087000 h 3715351"/>
                <a:gd name="connsiteX15" fmla="*/ 3792812 w 4389739"/>
                <a:gd name="connsiteY15" fmla="*/ 1281544 h 3715351"/>
                <a:gd name="connsiteX16" fmla="*/ 3785001 w 4389739"/>
                <a:gd name="connsiteY16" fmla="*/ 655451 h 3715351"/>
                <a:gd name="connsiteX17" fmla="*/ 3400209 w 4389739"/>
                <a:gd name="connsiteY17" fmla="*/ 20912 h 3715351"/>
                <a:gd name="connsiteX18" fmla="*/ 0 w 4389739"/>
                <a:gd name="connsiteY18" fmla="*/ 0 h 3715351"/>
                <a:gd name="connsiteX19" fmla="*/ 740721 w 4389739"/>
                <a:gd name="connsiteY19" fmla="*/ 0 h 3715351"/>
                <a:gd name="connsiteX20" fmla="*/ 713748 w 4389739"/>
                <a:gd name="connsiteY20" fmla="*/ 26542 h 3715351"/>
                <a:gd name="connsiteX21" fmla="*/ 429308 w 4389739"/>
                <a:gd name="connsiteY21" fmla="*/ 295360 h 3715351"/>
                <a:gd name="connsiteX22" fmla="*/ 10006 w 4389739"/>
                <a:gd name="connsiteY22" fmla="*/ 732645 h 3715351"/>
                <a:gd name="connsiteX23" fmla="*/ 0 w 4389739"/>
                <a:gd name="connsiteY23" fmla="*/ 749563 h 3715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89739" h="3715351">
                  <a:moveTo>
                    <a:pt x="3380673" y="0"/>
                  </a:moveTo>
                  <a:lnTo>
                    <a:pt x="4063068" y="0"/>
                  </a:lnTo>
                  <a:lnTo>
                    <a:pt x="4090590" y="40479"/>
                  </a:lnTo>
                  <a:cubicBezTo>
                    <a:pt x="4344157" y="451833"/>
                    <a:pt x="4493920" y="955714"/>
                    <a:pt x="4304021" y="1470170"/>
                  </a:cubicBezTo>
                  <a:cubicBezTo>
                    <a:pt x="3964456" y="2390148"/>
                    <a:pt x="4114577" y="2568603"/>
                    <a:pt x="3646869" y="3036312"/>
                  </a:cubicBezTo>
                  <a:cubicBezTo>
                    <a:pt x="3179069" y="3504020"/>
                    <a:pt x="2641069" y="3715351"/>
                    <a:pt x="1927337" y="3715351"/>
                  </a:cubicBezTo>
                  <a:cubicBezTo>
                    <a:pt x="1219872" y="3715351"/>
                    <a:pt x="578794" y="3431185"/>
                    <a:pt x="112084" y="2970651"/>
                  </a:cubicBezTo>
                  <a:lnTo>
                    <a:pt x="0" y="2848883"/>
                  </a:lnTo>
                  <a:lnTo>
                    <a:pt x="0" y="1794217"/>
                  </a:lnTo>
                  <a:lnTo>
                    <a:pt x="50420" y="1930977"/>
                  </a:lnTo>
                  <a:cubicBezTo>
                    <a:pt x="154859" y="2175638"/>
                    <a:pt x="304435" y="2394961"/>
                    <a:pt x="494879" y="2582861"/>
                  </a:cubicBezTo>
                  <a:cubicBezTo>
                    <a:pt x="878944" y="2961842"/>
                    <a:pt x="1387702" y="3170539"/>
                    <a:pt x="1927428" y="3170539"/>
                  </a:cubicBezTo>
                  <a:cubicBezTo>
                    <a:pt x="2498486" y="3170539"/>
                    <a:pt x="2897536" y="3015151"/>
                    <a:pt x="3261622" y="2651065"/>
                  </a:cubicBezTo>
                  <a:cubicBezTo>
                    <a:pt x="3384679" y="2528008"/>
                    <a:pt x="3426547" y="2458352"/>
                    <a:pt x="3451249" y="2406495"/>
                  </a:cubicBezTo>
                  <a:cubicBezTo>
                    <a:pt x="3487303" y="2330845"/>
                    <a:pt x="3513004" y="2228584"/>
                    <a:pt x="3548513" y="2087000"/>
                  </a:cubicBezTo>
                  <a:cubicBezTo>
                    <a:pt x="3596102" y="1897556"/>
                    <a:pt x="3661309" y="1638000"/>
                    <a:pt x="3792812" y="1281544"/>
                  </a:cubicBezTo>
                  <a:cubicBezTo>
                    <a:pt x="3864739" y="1086651"/>
                    <a:pt x="3862196" y="881858"/>
                    <a:pt x="3785001" y="655451"/>
                  </a:cubicBezTo>
                  <a:cubicBezTo>
                    <a:pt x="3714346" y="448296"/>
                    <a:pt x="3581298" y="228882"/>
                    <a:pt x="3400209" y="20912"/>
                  </a:cubicBezTo>
                  <a:close/>
                  <a:moveTo>
                    <a:pt x="0" y="0"/>
                  </a:moveTo>
                  <a:lnTo>
                    <a:pt x="740721" y="0"/>
                  </a:lnTo>
                  <a:lnTo>
                    <a:pt x="713748" y="26542"/>
                  </a:lnTo>
                  <a:cubicBezTo>
                    <a:pt x="616755" y="123534"/>
                    <a:pt x="521488" y="210901"/>
                    <a:pt x="429308" y="295360"/>
                  </a:cubicBezTo>
                  <a:cubicBezTo>
                    <a:pt x="256302" y="453928"/>
                    <a:pt x="106908" y="590789"/>
                    <a:pt x="10006" y="732645"/>
                  </a:cubicBezTo>
                  <a:lnTo>
                    <a:pt x="0" y="749563"/>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5" name="Freeform: Shape 154">
              <a:extLst>
                <a:ext uri="{FF2B5EF4-FFF2-40B4-BE49-F238E27FC236}">
                  <a16:creationId xmlns:a16="http://schemas.microsoft.com/office/drawing/2014/main" id="{88276733-3A2F-427C-B871-7F5A43825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3" y="1939"/>
              <a:ext cx="4389701" cy="3770876"/>
            </a:xfrm>
            <a:custGeom>
              <a:avLst/>
              <a:gdLst>
                <a:gd name="connsiteX0" fmla="*/ 3499929 w 4389701"/>
                <a:gd name="connsiteY0" fmla="*/ 0 h 3715351"/>
                <a:gd name="connsiteX1" fmla="*/ 4063056 w 4389701"/>
                <a:gd name="connsiteY1" fmla="*/ 0 h 3715351"/>
                <a:gd name="connsiteX2" fmla="*/ 4090576 w 4389701"/>
                <a:gd name="connsiteY2" fmla="*/ 40479 h 3715351"/>
                <a:gd name="connsiteX3" fmla="*/ 4304020 w 4389701"/>
                <a:gd name="connsiteY3" fmla="*/ 1470170 h 3715351"/>
                <a:gd name="connsiteX4" fmla="*/ 3646868 w 4389701"/>
                <a:gd name="connsiteY4" fmla="*/ 3036312 h 3715351"/>
                <a:gd name="connsiteX5" fmla="*/ 1927336 w 4389701"/>
                <a:gd name="connsiteY5" fmla="*/ 3715351 h 3715351"/>
                <a:gd name="connsiteX6" fmla="*/ 112084 w 4389701"/>
                <a:gd name="connsiteY6" fmla="*/ 2970651 h 3715351"/>
                <a:gd name="connsiteX7" fmla="*/ 0 w 4389701"/>
                <a:gd name="connsiteY7" fmla="*/ 2848884 h 3715351"/>
                <a:gd name="connsiteX8" fmla="*/ 0 w 4389701"/>
                <a:gd name="connsiteY8" fmla="*/ 2034844 h 3715351"/>
                <a:gd name="connsiteX9" fmla="*/ 57349 w 4389701"/>
                <a:gd name="connsiteY9" fmla="*/ 2152995 h 3715351"/>
                <a:gd name="connsiteX10" fmla="*/ 430943 w 4389701"/>
                <a:gd name="connsiteY10" fmla="*/ 2647251 h 3715351"/>
                <a:gd name="connsiteX11" fmla="*/ 1927336 w 4389701"/>
                <a:gd name="connsiteY11" fmla="*/ 3261084 h 3715351"/>
                <a:gd name="connsiteX12" fmla="*/ 2712723 w 4389701"/>
                <a:gd name="connsiteY12" fmla="*/ 3128673 h 3715351"/>
                <a:gd name="connsiteX13" fmla="*/ 3325739 w 4389701"/>
                <a:gd name="connsiteY13" fmla="*/ 2715091 h 3715351"/>
                <a:gd name="connsiteX14" fmla="*/ 3533165 w 4389701"/>
                <a:gd name="connsiteY14" fmla="*/ 2445455 h 3715351"/>
                <a:gd name="connsiteX15" fmla="*/ 3636606 w 4389701"/>
                <a:gd name="connsiteY15" fmla="*/ 2108978 h 3715351"/>
                <a:gd name="connsiteX16" fmla="*/ 3877997 w 4389701"/>
                <a:gd name="connsiteY16" fmla="*/ 1312875 h 3715351"/>
                <a:gd name="connsiteX17" fmla="*/ 3871005 w 4389701"/>
                <a:gd name="connsiteY17" fmla="*/ 626026 h 3715351"/>
                <a:gd name="connsiteX18" fmla="*/ 3600818 w 4389701"/>
                <a:gd name="connsiteY18" fmla="*/ 125805 h 3715351"/>
                <a:gd name="connsiteX19" fmla="*/ 0 w 4389701"/>
                <a:gd name="connsiteY19" fmla="*/ 0 h 3715351"/>
                <a:gd name="connsiteX20" fmla="*/ 610148 w 4389701"/>
                <a:gd name="connsiteY20" fmla="*/ 0 h 3715351"/>
                <a:gd name="connsiteX21" fmla="*/ 507071 w 4389701"/>
                <a:gd name="connsiteY21" fmla="*/ 99503 h 3715351"/>
                <a:gd name="connsiteX22" fmla="*/ 367825 w 4389701"/>
                <a:gd name="connsiteY22" fmla="*/ 228156 h 3715351"/>
                <a:gd name="connsiteX23" fmla="*/ 21000 w 4389701"/>
                <a:gd name="connsiteY23" fmla="*/ 569708 h 3715351"/>
                <a:gd name="connsiteX24" fmla="*/ 0 w 4389701"/>
                <a:gd name="connsiteY24" fmla="*/ 596889 h 3715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389701" h="3715351">
                  <a:moveTo>
                    <a:pt x="3499929" y="0"/>
                  </a:moveTo>
                  <a:lnTo>
                    <a:pt x="4063056" y="0"/>
                  </a:lnTo>
                  <a:lnTo>
                    <a:pt x="4090576" y="40479"/>
                  </a:lnTo>
                  <a:cubicBezTo>
                    <a:pt x="4344122" y="451833"/>
                    <a:pt x="4493851" y="955714"/>
                    <a:pt x="4304020" y="1470170"/>
                  </a:cubicBezTo>
                  <a:cubicBezTo>
                    <a:pt x="3964455" y="2390148"/>
                    <a:pt x="4114576" y="2568603"/>
                    <a:pt x="3646868" y="3036312"/>
                  </a:cubicBezTo>
                  <a:cubicBezTo>
                    <a:pt x="3179069" y="3504020"/>
                    <a:pt x="2641068" y="3715351"/>
                    <a:pt x="1927336" y="3715351"/>
                  </a:cubicBezTo>
                  <a:cubicBezTo>
                    <a:pt x="1219872" y="3715351"/>
                    <a:pt x="578794" y="3431185"/>
                    <a:pt x="112084" y="2970651"/>
                  </a:cubicBezTo>
                  <a:lnTo>
                    <a:pt x="0" y="2848884"/>
                  </a:lnTo>
                  <a:lnTo>
                    <a:pt x="0" y="2034844"/>
                  </a:lnTo>
                  <a:lnTo>
                    <a:pt x="57349" y="2152995"/>
                  </a:lnTo>
                  <a:cubicBezTo>
                    <a:pt x="156619" y="2334426"/>
                    <a:pt x="281776" y="2500059"/>
                    <a:pt x="430943" y="2647251"/>
                  </a:cubicBezTo>
                  <a:cubicBezTo>
                    <a:pt x="832174" y="3043032"/>
                    <a:pt x="1363635" y="3261084"/>
                    <a:pt x="1927336" y="3261084"/>
                  </a:cubicBezTo>
                  <a:cubicBezTo>
                    <a:pt x="2229848" y="3261084"/>
                    <a:pt x="2486770" y="3217764"/>
                    <a:pt x="2712723" y="3128673"/>
                  </a:cubicBezTo>
                  <a:cubicBezTo>
                    <a:pt x="2934316" y="3041306"/>
                    <a:pt x="3134841" y="2905989"/>
                    <a:pt x="3325739" y="2715091"/>
                  </a:cubicBezTo>
                  <a:cubicBezTo>
                    <a:pt x="3458513" y="2582408"/>
                    <a:pt x="3505103" y="2504305"/>
                    <a:pt x="3533165" y="2445455"/>
                  </a:cubicBezTo>
                  <a:cubicBezTo>
                    <a:pt x="3573124" y="2361631"/>
                    <a:pt x="3599734" y="2255648"/>
                    <a:pt x="3636606" y="2108978"/>
                  </a:cubicBezTo>
                  <a:cubicBezTo>
                    <a:pt x="3683649" y="1921532"/>
                    <a:pt x="3748129" y="1664701"/>
                    <a:pt x="3877997" y="1312875"/>
                  </a:cubicBezTo>
                  <a:cubicBezTo>
                    <a:pt x="3957462" y="1097549"/>
                    <a:pt x="3955192" y="872957"/>
                    <a:pt x="3871005" y="626026"/>
                  </a:cubicBezTo>
                  <a:cubicBezTo>
                    <a:pt x="3815220" y="462351"/>
                    <a:pt x="3723064" y="292137"/>
                    <a:pt x="3600818" y="125805"/>
                  </a:cubicBezTo>
                  <a:close/>
                  <a:moveTo>
                    <a:pt x="0" y="0"/>
                  </a:moveTo>
                  <a:lnTo>
                    <a:pt x="610148" y="0"/>
                  </a:lnTo>
                  <a:lnTo>
                    <a:pt x="507071" y="99503"/>
                  </a:lnTo>
                  <a:cubicBezTo>
                    <a:pt x="460050" y="143606"/>
                    <a:pt x="413552" y="186244"/>
                    <a:pt x="367825" y="228156"/>
                  </a:cubicBezTo>
                  <a:cubicBezTo>
                    <a:pt x="234937" y="349874"/>
                    <a:pt x="115689" y="459178"/>
                    <a:pt x="21000" y="569708"/>
                  </a:cubicBezTo>
                  <a:lnTo>
                    <a:pt x="0" y="5968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6" name="Freeform: Shape 155">
              <a:extLst>
                <a:ext uri="{FF2B5EF4-FFF2-40B4-BE49-F238E27FC236}">
                  <a16:creationId xmlns:a16="http://schemas.microsoft.com/office/drawing/2014/main" id="{C4A30C11-CB65-4FFA-A60D-499BF0DCDB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3" y="6910"/>
              <a:ext cx="4457647" cy="3827827"/>
            </a:xfrm>
            <a:custGeom>
              <a:avLst/>
              <a:gdLst>
                <a:gd name="connsiteX0" fmla="*/ 4035886 w 4457647"/>
                <a:gd name="connsiteY0" fmla="*/ 0 h 3827827"/>
                <a:gd name="connsiteX1" fmla="*/ 4194172 w 4457647"/>
                <a:gd name="connsiteY1" fmla="*/ 0 h 3827827"/>
                <a:gd name="connsiteX2" fmla="*/ 4245692 w 4457647"/>
                <a:gd name="connsiteY2" fmla="*/ 106223 h 3827827"/>
                <a:gd name="connsiteX3" fmla="*/ 4457647 w 4457647"/>
                <a:gd name="connsiteY3" fmla="*/ 1148970 h 3827827"/>
                <a:gd name="connsiteX4" fmla="*/ 1760496 w 4457647"/>
                <a:gd name="connsiteY4" fmla="*/ 3827827 h 3827827"/>
                <a:gd name="connsiteX5" fmla="*/ 44857 w 4457647"/>
                <a:gd name="connsiteY5" fmla="*/ 3216117 h 3827827"/>
                <a:gd name="connsiteX6" fmla="*/ 0 w 4457647"/>
                <a:gd name="connsiteY6" fmla="*/ 3175626 h 3827827"/>
                <a:gd name="connsiteX7" fmla="*/ 0 w 4457647"/>
                <a:gd name="connsiteY7" fmla="*/ 2859397 h 3827827"/>
                <a:gd name="connsiteX8" fmla="*/ 60826 w 4457647"/>
                <a:gd name="connsiteY8" fmla="*/ 2920142 h 3827827"/>
                <a:gd name="connsiteX9" fmla="*/ 668665 w 4457647"/>
                <a:gd name="connsiteY9" fmla="*/ 3318613 h 3827827"/>
                <a:gd name="connsiteX10" fmla="*/ 1122989 w 4457647"/>
                <a:gd name="connsiteY10" fmla="*/ 3478142 h 3827827"/>
                <a:gd name="connsiteX11" fmla="*/ 1181503 w 4457647"/>
                <a:gd name="connsiteY11" fmla="*/ 3491652 h 3827827"/>
                <a:gd name="connsiteX12" fmla="*/ 1240017 w 4457647"/>
                <a:gd name="connsiteY12" fmla="*/ 3504606 h 3827827"/>
                <a:gd name="connsiteX13" fmla="*/ 1298904 w 4457647"/>
                <a:gd name="connsiteY13" fmla="*/ 3515525 h 3827827"/>
                <a:gd name="connsiteX14" fmla="*/ 1328347 w 4457647"/>
                <a:gd name="connsiteY14" fmla="*/ 3520986 h 3827827"/>
                <a:gd name="connsiteX15" fmla="*/ 1357885 w 4457647"/>
                <a:gd name="connsiteY15" fmla="*/ 3525889 h 3827827"/>
                <a:gd name="connsiteX16" fmla="*/ 1476217 w 4457647"/>
                <a:gd name="connsiteY16" fmla="*/ 3542361 h 3827827"/>
                <a:gd name="connsiteX17" fmla="*/ 1595016 w 4457647"/>
                <a:gd name="connsiteY17" fmla="*/ 3553556 h 3827827"/>
                <a:gd name="connsiteX18" fmla="*/ 1714094 w 4457647"/>
                <a:gd name="connsiteY18" fmla="*/ 3559387 h 3827827"/>
                <a:gd name="connsiteX19" fmla="*/ 1833172 w 4457647"/>
                <a:gd name="connsiteY19" fmla="*/ 3560589 h 3827827"/>
                <a:gd name="connsiteX20" fmla="*/ 2073006 w 4457647"/>
                <a:gd name="connsiteY20" fmla="*/ 3550318 h 3827827"/>
                <a:gd name="connsiteX21" fmla="*/ 2542145 w 4457647"/>
                <a:gd name="connsiteY21" fmla="*/ 3478419 h 3827827"/>
                <a:gd name="connsiteX22" fmla="*/ 2986313 w 4457647"/>
                <a:gd name="connsiteY22" fmla="*/ 3322592 h 3827827"/>
                <a:gd name="connsiteX23" fmla="*/ 3392744 w 4457647"/>
                <a:gd name="connsiteY23" fmla="*/ 3075804 h 3827827"/>
                <a:gd name="connsiteX24" fmla="*/ 3440357 w 4457647"/>
                <a:gd name="connsiteY24" fmla="*/ 3038976 h 3827827"/>
                <a:gd name="connsiteX25" fmla="*/ 3487597 w 4457647"/>
                <a:gd name="connsiteY25" fmla="*/ 3001407 h 3827827"/>
                <a:gd name="connsiteX26" fmla="*/ 3533812 w 4457647"/>
                <a:gd name="connsiteY26" fmla="*/ 2962357 h 3827827"/>
                <a:gd name="connsiteX27" fmla="*/ 3579375 w 4457647"/>
                <a:gd name="connsiteY27" fmla="*/ 2922568 h 3827827"/>
                <a:gd name="connsiteX28" fmla="*/ 3748023 w 4457647"/>
                <a:gd name="connsiteY28" fmla="*/ 2751936 h 3827827"/>
                <a:gd name="connsiteX29" fmla="*/ 3883220 w 4457647"/>
                <a:gd name="connsiteY29" fmla="*/ 2557428 h 3827827"/>
                <a:gd name="connsiteX30" fmla="*/ 3910334 w 4457647"/>
                <a:gd name="connsiteY30" fmla="*/ 2504221 h 3827827"/>
                <a:gd name="connsiteX31" fmla="*/ 3934094 w 4457647"/>
                <a:gd name="connsiteY31" fmla="*/ 2448979 h 3827827"/>
                <a:gd name="connsiteX32" fmla="*/ 3955991 w 4457647"/>
                <a:gd name="connsiteY32" fmla="*/ 2392440 h 3827827"/>
                <a:gd name="connsiteX33" fmla="*/ 3976209 w 4457647"/>
                <a:gd name="connsiteY33" fmla="*/ 2334792 h 3827827"/>
                <a:gd name="connsiteX34" fmla="*/ 4047954 w 4457647"/>
                <a:gd name="connsiteY34" fmla="*/ 2098368 h 3827827"/>
                <a:gd name="connsiteX35" fmla="*/ 4083082 w 4457647"/>
                <a:gd name="connsiteY35" fmla="*/ 1979185 h 3827827"/>
                <a:gd name="connsiteX36" fmla="*/ 4119234 w 4457647"/>
                <a:gd name="connsiteY36" fmla="*/ 1860185 h 3827827"/>
                <a:gd name="connsiteX37" fmla="*/ 4279124 w 4457647"/>
                <a:gd name="connsiteY37" fmla="*/ 1389742 h 3827827"/>
                <a:gd name="connsiteX38" fmla="*/ 4359347 w 4457647"/>
                <a:gd name="connsiteY38" fmla="*/ 909398 h 3827827"/>
                <a:gd name="connsiteX39" fmla="*/ 4331954 w 4457647"/>
                <a:gd name="connsiteY39" fmla="*/ 667330 h 3827827"/>
                <a:gd name="connsiteX40" fmla="*/ 4318723 w 4457647"/>
                <a:gd name="connsiteY40" fmla="*/ 607924 h 3827827"/>
                <a:gd name="connsiteX41" fmla="*/ 4303162 w 4457647"/>
                <a:gd name="connsiteY41" fmla="*/ 549072 h 3827827"/>
                <a:gd name="connsiteX42" fmla="*/ 4285087 w 4457647"/>
                <a:gd name="connsiteY42" fmla="*/ 490961 h 3827827"/>
                <a:gd name="connsiteX43" fmla="*/ 4265053 w 4457647"/>
                <a:gd name="connsiteY43" fmla="*/ 433589 h 3827827"/>
                <a:gd name="connsiteX44" fmla="*/ 4039569 w 4457647"/>
                <a:gd name="connsiteY44" fmla="*/ 4880 h 3827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4457647" h="3827827">
                  <a:moveTo>
                    <a:pt x="4035886" y="0"/>
                  </a:moveTo>
                  <a:lnTo>
                    <a:pt x="4194172" y="0"/>
                  </a:lnTo>
                  <a:lnTo>
                    <a:pt x="4245692" y="106223"/>
                  </a:lnTo>
                  <a:cubicBezTo>
                    <a:pt x="4382175" y="426719"/>
                    <a:pt x="4457647" y="779088"/>
                    <a:pt x="4457647" y="1148970"/>
                  </a:cubicBezTo>
                  <a:cubicBezTo>
                    <a:pt x="4457647" y="2628495"/>
                    <a:pt x="3250092" y="3827827"/>
                    <a:pt x="1760496" y="3827827"/>
                  </a:cubicBezTo>
                  <a:cubicBezTo>
                    <a:pt x="1108797" y="3827827"/>
                    <a:pt x="511083" y="3598267"/>
                    <a:pt x="44857" y="3216117"/>
                  </a:cubicBezTo>
                  <a:lnTo>
                    <a:pt x="0" y="3175626"/>
                  </a:lnTo>
                  <a:lnTo>
                    <a:pt x="0" y="2859397"/>
                  </a:lnTo>
                  <a:lnTo>
                    <a:pt x="60826" y="2920142"/>
                  </a:lnTo>
                  <a:cubicBezTo>
                    <a:pt x="242264" y="3083259"/>
                    <a:pt x="448677" y="3217775"/>
                    <a:pt x="668665" y="3318613"/>
                  </a:cubicBezTo>
                  <a:cubicBezTo>
                    <a:pt x="815323" y="3385977"/>
                    <a:pt x="967666" y="3439462"/>
                    <a:pt x="1122989" y="3478142"/>
                  </a:cubicBezTo>
                  <a:lnTo>
                    <a:pt x="1181503" y="3491652"/>
                  </a:lnTo>
                  <a:cubicBezTo>
                    <a:pt x="1201070" y="3496002"/>
                    <a:pt x="1220264" y="3501460"/>
                    <a:pt x="1240017" y="3504606"/>
                  </a:cubicBezTo>
                  <a:lnTo>
                    <a:pt x="1298904" y="3515525"/>
                  </a:lnTo>
                  <a:lnTo>
                    <a:pt x="1328347" y="3520986"/>
                  </a:lnTo>
                  <a:cubicBezTo>
                    <a:pt x="1338131" y="3522835"/>
                    <a:pt x="1347915" y="3524778"/>
                    <a:pt x="1357885" y="3525889"/>
                  </a:cubicBezTo>
                  <a:cubicBezTo>
                    <a:pt x="1397391" y="3531348"/>
                    <a:pt x="1436710" y="3537271"/>
                    <a:pt x="1476217" y="3542361"/>
                  </a:cubicBezTo>
                  <a:cubicBezTo>
                    <a:pt x="1515910" y="3545784"/>
                    <a:pt x="1555509" y="3549578"/>
                    <a:pt x="1595016" y="3553556"/>
                  </a:cubicBezTo>
                  <a:lnTo>
                    <a:pt x="1714094" y="3559387"/>
                  </a:lnTo>
                  <a:cubicBezTo>
                    <a:pt x="1753787" y="3560497"/>
                    <a:pt x="1793480" y="3560127"/>
                    <a:pt x="1833172" y="3560589"/>
                  </a:cubicBezTo>
                  <a:cubicBezTo>
                    <a:pt x="1913023" y="3559295"/>
                    <a:pt x="1993620" y="3556426"/>
                    <a:pt x="2073006" y="3550318"/>
                  </a:cubicBezTo>
                  <a:cubicBezTo>
                    <a:pt x="2232150" y="3538474"/>
                    <a:pt x="2389244" y="3515618"/>
                    <a:pt x="2542145" y="3478419"/>
                  </a:cubicBezTo>
                  <a:cubicBezTo>
                    <a:pt x="2695045" y="3441313"/>
                    <a:pt x="2843753" y="3389586"/>
                    <a:pt x="2986313" y="3322592"/>
                  </a:cubicBezTo>
                  <a:cubicBezTo>
                    <a:pt x="3128871" y="3255413"/>
                    <a:pt x="3264442" y="3171854"/>
                    <a:pt x="3392744" y="3075804"/>
                  </a:cubicBezTo>
                  <a:lnTo>
                    <a:pt x="3440357" y="3038976"/>
                  </a:lnTo>
                  <a:cubicBezTo>
                    <a:pt x="3456290" y="3026669"/>
                    <a:pt x="3472502" y="3014732"/>
                    <a:pt x="3487597" y="3001407"/>
                  </a:cubicBezTo>
                  <a:lnTo>
                    <a:pt x="3533812" y="2962357"/>
                  </a:lnTo>
                  <a:cubicBezTo>
                    <a:pt x="3549186" y="2949218"/>
                    <a:pt x="3564933" y="2936448"/>
                    <a:pt x="3579375" y="2922568"/>
                  </a:cubicBezTo>
                  <a:cubicBezTo>
                    <a:pt x="3638821" y="2868250"/>
                    <a:pt x="3697149" y="2812639"/>
                    <a:pt x="3748023" y="2751936"/>
                  </a:cubicBezTo>
                  <a:cubicBezTo>
                    <a:pt x="3800946" y="2692344"/>
                    <a:pt x="3844739" y="2626922"/>
                    <a:pt x="3883220" y="2557428"/>
                  </a:cubicBezTo>
                  <a:cubicBezTo>
                    <a:pt x="3892352" y="2539755"/>
                    <a:pt x="3901482" y="2522082"/>
                    <a:pt x="3910334" y="2504221"/>
                  </a:cubicBezTo>
                  <a:lnTo>
                    <a:pt x="3934094" y="2448979"/>
                  </a:lnTo>
                  <a:cubicBezTo>
                    <a:pt x="3942481" y="2430750"/>
                    <a:pt x="3948723" y="2411318"/>
                    <a:pt x="3955991" y="2392440"/>
                  </a:cubicBezTo>
                  <a:cubicBezTo>
                    <a:pt x="3963072" y="2373379"/>
                    <a:pt x="3970153" y="2354409"/>
                    <a:pt x="3976209" y="2334792"/>
                  </a:cubicBezTo>
                  <a:cubicBezTo>
                    <a:pt x="4002112" y="2257341"/>
                    <a:pt x="4024941" y="2177762"/>
                    <a:pt x="4047954" y="2098368"/>
                  </a:cubicBezTo>
                  <a:lnTo>
                    <a:pt x="4083082" y="1979185"/>
                  </a:lnTo>
                  <a:lnTo>
                    <a:pt x="4119234" y="1860185"/>
                  </a:lnTo>
                  <a:cubicBezTo>
                    <a:pt x="4168244" y="1701859"/>
                    <a:pt x="4222752" y="1545478"/>
                    <a:pt x="4279124" y="1389742"/>
                  </a:cubicBezTo>
                  <a:cubicBezTo>
                    <a:pt x="4335588" y="1236044"/>
                    <a:pt x="4363260" y="1072259"/>
                    <a:pt x="4359347" y="909398"/>
                  </a:cubicBezTo>
                  <a:cubicBezTo>
                    <a:pt x="4357671" y="827968"/>
                    <a:pt x="4348166" y="746909"/>
                    <a:pt x="4331954" y="667330"/>
                  </a:cubicBezTo>
                  <a:cubicBezTo>
                    <a:pt x="4327947" y="647436"/>
                    <a:pt x="4323940" y="627541"/>
                    <a:pt x="4318723" y="607924"/>
                  </a:cubicBezTo>
                  <a:cubicBezTo>
                    <a:pt x="4313877" y="588214"/>
                    <a:pt x="4309312" y="568412"/>
                    <a:pt x="4303162" y="549072"/>
                  </a:cubicBezTo>
                  <a:cubicBezTo>
                    <a:pt x="4297386" y="529547"/>
                    <a:pt x="4291795" y="510115"/>
                    <a:pt x="4285087" y="490961"/>
                  </a:cubicBezTo>
                  <a:cubicBezTo>
                    <a:pt x="4278657" y="471714"/>
                    <a:pt x="4272415" y="452466"/>
                    <a:pt x="4265053" y="433589"/>
                  </a:cubicBezTo>
                  <a:cubicBezTo>
                    <a:pt x="4208682" y="281464"/>
                    <a:pt x="4130694" y="138314"/>
                    <a:pt x="4039569" y="488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6" name="图片 25" descr="图片包含 室内, 桌子, 盒子, 木&#10;&#10;描述已自动生成">
            <a:extLst>
              <a:ext uri="{FF2B5EF4-FFF2-40B4-BE49-F238E27FC236}">
                <a16:creationId xmlns:a16="http://schemas.microsoft.com/office/drawing/2014/main" id="{DCFA2C53-807D-17D1-27F8-C68ECA08576D}"/>
              </a:ext>
            </a:extLst>
          </p:cNvPr>
          <p:cNvPicPr>
            <a:picLocks noChangeAspect="1"/>
          </p:cNvPicPr>
          <p:nvPr/>
        </p:nvPicPr>
        <p:blipFill>
          <a:blip r:embed="rId5">
            <a:alphaModFix/>
            <a:extLst>
              <a:ext uri="{28A0092B-C50C-407E-A947-70E740481C1C}">
                <a14:useLocalDpi xmlns:a14="http://schemas.microsoft.com/office/drawing/2010/main" val="0"/>
              </a:ext>
            </a:extLst>
          </a:blip>
          <a:srcRect l="3204" r="-2" b="-2"/>
          <a:stretch/>
        </p:blipFill>
        <p:spPr>
          <a:xfrm>
            <a:off x="-8884" y="3902285"/>
            <a:ext cx="3440586" cy="2950205"/>
          </a:xfrm>
          <a:custGeom>
            <a:avLst/>
            <a:gdLst/>
            <a:ahLst/>
            <a:cxnLst/>
            <a:rect l="l" t="t" r="r" b="b"/>
            <a:pathLst>
              <a:path w="3440586" h="2950205">
                <a:moveTo>
                  <a:pt x="1539166" y="0"/>
                </a:moveTo>
                <a:cubicBezTo>
                  <a:pt x="2589292" y="0"/>
                  <a:pt x="3440586" y="851294"/>
                  <a:pt x="3440586" y="1901419"/>
                </a:cubicBezTo>
                <a:cubicBezTo>
                  <a:pt x="3440586" y="2229583"/>
                  <a:pt x="3357452" y="2538330"/>
                  <a:pt x="3211095" y="2807749"/>
                </a:cubicBezTo>
                <a:lnTo>
                  <a:pt x="3124550" y="2950205"/>
                </a:lnTo>
                <a:lnTo>
                  <a:pt x="0" y="2950205"/>
                </a:lnTo>
                <a:lnTo>
                  <a:pt x="0" y="788141"/>
                </a:lnTo>
                <a:lnTo>
                  <a:pt x="71938" y="691940"/>
                </a:lnTo>
                <a:cubicBezTo>
                  <a:pt x="420687" y="269355"/>
                  <a:pt x="948471" y="0"/>
                  <a:pt x="1539166" y="0"/>
                </a:cubicBezTo>
                <a:close/>
              </a:path>
            </a:pathLst>
          </a:custGeom>
          <a:effectLst>
            <a:softEdge rad="0"/>
          </a:effectLst>
        </p:spPr>
      </p:pic>
      <p:grpSp>
        <p:nvGrpSpPr>
          <p:cNvPr id="158" name="Group 157">
            <a:extLst>
              <a:ext uri="{FF2B5EF4-FFF2-40B4-BE49-F238E27FC236}">
                <a16:creationId xmlns:a16="http://schemas.microsoft.com/office/drawing/2014/main" id="{17257C98-0E33-485C-9C22-40866738EE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884" y="3881713"/>
            <a:ext cx="3462418" cy="2976353"/>
            <a:chOff x="-4021" y="3881713"/>
            <a:chExt cx="3462418" cy="2976353"/>
          </a:xfrm>
        </p:grpSpPr>
        <p:sp>
          <p:nvSpPr>
            <p:cNvPr id="159" name="Freeform: Shape 158">
              <a:extLst>
                <a:ext uri="{FF2B5EF4-FFF2-40B4-BE49-F238E27FC236}">
                  <a16:creationId xmlns:a16="http://schemas.microsoft.com/office/drawing/2014/main" id="{FCD0BE98-443D-44A6-9877-B0F14B6954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021" y="3908755"/>
              <a:ext cx="3405727" cy="2949311"/>
            </a:xfrm>
            <a:custGeom>
              <a:avLst/>
              <a:gdLst>
                <a:gd name="connsiteX0" fmla="*/ 0 w 3405727"/>
                <a:gd name="connsiteY0" fmla="*/ 2398516 h 2990629"/>
                <a:gd name="connsiteX1" fmla="*/ 34685 w 3405727"/>
                <a:gd name="connsiteY1" fmla="*/ 2518944 h 2990629"/>
                <a:gd name="connsiteX2" fmla="*/ 168103 w 3405727"/>
                <a:gd name="connsiteY2" fmla="*/ 2813843 h 2990629"/>
                <a:gd name="connsiteX3" fmla="*/ 255611 w 3405727"/>
                <a:gd name="connsiteY3" fmla="*/ 2950711 h 2990629"/>
                <a:gd name="connsiteX4" fmla="*/ 285306 w 3405727"/>
                <a:gd name="connsiteY4" fmla="*/ 2990629 h 2990629"/>
                <a:gd name="connsiteX5" fmla="*/ 29051 w 3405727"/>
                <a:gd name="connsiteY5" fmla="*/ 2990629 h 2990629"/>
                <a:gd name="connsiteX6" fmla="*/ 0 w 3405727"/>
                <a:gd name="connsiteY6" fmla="*/ 2950561 h 2990629"/>
                <a:gd name="connsiteX7" fmla="*/ 1529815 w 3405727"/>
                <a:gd name="connsiteY7" fmla="*/ 58 h 2990629"/>
                <a:gd name="connsiteX8" fmla="*/ 1710005 w 3405727"/>
                <a:gd name="connsiteY8" fmla="*/ 11336 h 2990629"/>
                <a:gd name="connsiteX9" fmla="*/ 1886680 w 3405727"/>
                <a:gd name="connsiteY9" fmla="*/ 45172 h 2990629"/>
                <a:gd name="connsiteX10" fmla="*/ 2223376 w 3405727"/>
                <a:gd name="connsiteY10" fmla="*/ 168173 h 2990629"/>
                <a:gd name="connsiteX11" fmla="*/ 2381739 w 3405727"/>
                <a:gd name="connsiteY11" fmla="*/ 252696 h 2990629"/>
                <a:gd name="connsiteX12" fmla="*/ 2532871 w 3405727"/>
                <a:gd name="connsiteY12" fmla="*/ 350089 h 2990629"/>
                <a:gd name="connsiteX13" fmla="*/ 2810322 w 3405727"/>
                <a:gd name="connsiteY13" fmla="*/ 580834 h 2990629"/>
                <a:gd name="connsiteX14" fmla="*/ 3049360 w 3405727"/>
                <a:gd name="connsiteY14" fmla="*/ 855234 h 2990629"/>
                <a:gd name="connsiteX15" fmla="*/ 3240763 w 3405727"/>
                <a:gd name="connsiteY15" fmla="*/ 1169638 h 2990629"/>
                <a:gd name="connsiteX16" fmla="*/ 3314803 w 3405727"/>
                <a:gd name="connsiteY16" fmla="*/ 1340474 h 2990629"/>
                <a:gd name="connsiteX17" fmla="*/ 3330791 w 3405727"/>
                <a:gd name="connsiteY17" fmla="*/ 1384460 h 2990629"/>
                <a:gd name="connsiteX18" fmla="*/ 3345453 w 3405727"/>
                <a:gd name="connsiteY18" fmla="*/ 1428977 h 2990629"/>
                <a:gd name="connsiteX19" fmla="*/ 3358457 w 3405727"/>
                <a:gd name="connsiteY19" fmla="*/ 1474091 h 2990629"/>
                <a:gd name="connsiteX20" fmla="*/ 3369868 w 3405727"/>
                <a:gd name="connsiteY20" fmla="*/ 1519736 h 2990629"/>
                <a:gd name="connsiteX21" fmla="*/ 3405163 w 3405727"/>
                <a:gd name="connsiteY21" fmla="*/ 1894713 h 2990629"/>
                <a:gd name="connsiteX22" fmla="*/ 3385459 w 3405727"/>
                <a:gd name="connsiteY22" fmla="*/ 2082134 h 2990629"/>
                <a:gd name="connsiteX23" fmla="*/ 3339549 w 3405727"/>
                <a:gd name="connsiteY23" fmla="*/ 2263586 h 2990629"/>
                <a:gd name="connsiteX24" fmla="*/ 3278379 w 3405727"/>
                <a:gd name="connsiteY24" fmla="*/ 2438999 h 2990629"/>
                <a:gd name="connsiteX25" fmla="*/ 3239900 w 3405727"/>
                <a:gd name="connsiteY25" fmla="*/ 2526175 h 2990629"/>
                <a:gd name="connsiteX26" fmla="*/ 3190407 w 3405727"/>
                <a:gd name="connsiteY26" fmla="*/ 2611095 h 2990629"/>
                <a:gd name="connsiteX27" fmla="*/ 3127049 w 3405727"/>
                <a:gd name="connsiteY27" fmla="*/ 2689448 h 2990629"/>
                <a:gd name="connsiteX28" fmla="*/ 3090560 w 3405727"/>
                <a:gd name="connsiteY28" fmla="*/ 2724279 h 2990629"/>
                <a:gd name="connsiteX29" fmla="*/ 3052080 w 3405727"/>
                <a:gd name="connsiteY29" fmla="*/ 2755460 h 2990629"/>
                <a:gd name="connsiteX30" fmla="*/ 2898626 w 3405727"/>
                <a:gd name="connsiteY30" fmla="*/ 2853649 h 2990629"/>
                <a:gd name="connsiteX31" fmla="*/ 2763748 w 3405727"/>
                <a:gd name="connsiteY31" fmla="*/ 2943015 h 2990629"/>
                <a:gd name="connsiteX32" fmla="*/ 2705681 w 3405727"/>
                <a:gd name="connsiteY32" fmla="*/ 2990629 h 2990629"/>
                <a:gd name="connsiteX33" fmla="*/ 2419819 w 3405727"/>
                <a:gd name="connsiteY33" fmla="*/ 2990629 h 2990629"/>
                <a:gd name="connsiteX34" fmla="*/ 2444103 w 3405727"/>
                <a:gd name="connsiteY34" fmla="*/ 2964245 h 2990629"/>
                <a:gd name="connsiteX35" fmla="*/ 2475218 w 3405727"/>
                <a:gd name="connsiteY35" fmla="*/ 2932334 h 2990629"/>
                <a:gd name="connsiteX36" fmla="*/ 2508589 w 3405727"/>
                <a:gd name="connsiteY36" fmla="*/ 2899958 h 2990629"/>
                <a:gd name="connsiteX37" fmla="*/ 2656404 w 3405727"/>
                <a:gd name="connsiteY37" fmla="*/ 2784386 h 2990629"/>
                <a:gd name="connsiteX38" fmla="*/ 2815497 w 3405727"/>
                <a:gd name="connsiteY38" fmla="*/ 2696347 h 2990629"/>
                <a:gd name="connsiteX39" fmla="*/ 2890664 w 3405727"/>
                <a:gd name="connsiteY39" fmla="*/ 2658731 h 2990629"/>
                <a:gd name="connsiteX40" fmla="*/ 2957473 w 3405727"/>
                <a:gd name="connsiteY40" fmla="*/ 2619787 h 2990629"/>
                <a:gd name="connsiteX41" fmla="*/ 3059178 w 3405727"/>
                <a:gd name="connsiteY41" fmla="*/ 2519408 h 2990629"/>
                <a:gd name="connsiteX42" fmla="*/ 3123599 w 3405727"/>
                <a:gd name="connsiteY42" fmla="*/ 2381810 h 2990629"/>
                <a:gd name="connsiteX43" fmla="*/ 3155312 w 3405727"/>
                <a:gd name="connsiteY43" fmla="*/ 2223447 h 2990629"/>
                <a:gd name="connsiteX44" fmla="*/ 3160884 w 3405727"/>
                <a:gd name="connsiteY44" fmla="*/ 2061966 h 2990629"/>
                <a:gd name="connsiteX45" fmla="*/ 3150535 w 3405727"/>
                <a:gd name="connsiteY45" fmla="*/ 1902607 h 2990629"/>
                <a:gd name="connsiteX46" fmla="*/ 3126783 w 3405727"/>
                <a:gd name="connsiteY46" fmla="*/ 1745770 h 2990629"/>
                <a:gd name="connsiteX47" fmla="*/ 3089631 w 3405727"/>
                <a:gd name="connsiteY47" fmla="*/ 1591719 h 2990629"/>
                <a:gd name="connsiteX48" fmla="*/ 2988522 w 3405727"/>
                <a:gd name="connsiteY48" fmla="*/ 1289124 h 2990629"/>
                <a:gd name="connsiteX49" fmla="*/ 2839580 w 3405727"/>
                <a:gd name="connsiteY49" fmla="*/ 1002185 h 2990629"/>
                <a:gd name="connsiteX50" fmla="*/ 2748755 w 3405727"/>
                <a:gd name="connsiteY50" fmla="*/ 866843 h 2990629"/>
                <a:gd name="connsiteX51" fmla="*/ 2647447 w 3405727"/>
                <a:gd name="connsiteY51" fmla="*/ 738401 h 2990629"/>
                <a:gd name="connsiteX52" fmla="*/ 2416172 w 3405727"/>
                <a:gd name="connsiteY52" fmla="*/ 505931 h 2990629"/>
                <a:gd name="connsiteX53" fmla="*/ 2148407 w 3405727"/>
                <a:gd name="connsiteY53" fmla="*/ 316586 h 2990629"/>
                <a:gd name="connsiteX54" fmla="*/ 2112581 w 3405727"/>
                <a:gd name="connsiteY54" fmla="*/ 296683 h 2990629"/>
                <a:gd name="connsiteX55" fmla="*/ 2076292 w 3405727"/>
                <a:gd name="connsiteY55" fmla="*/ 277708 h 2990629"/>
                <a:gd name="connsiteX56" fmla="*/ 2039404 w 3405727"/>
                <a:gd name="connsiteY56" fmla="*/ 259928 h 2990629"/>
                <a:gd name="connsiteX57" fmla="*/ 2002118 w 3405727"/>
                <a:gd name="connsiteY57" fmla="*/ 243143 h 2990629"/>
                <a:gd name="connsiteX58" fmla="*/ 1848996 w 3405727"/>
                <a:gd name="connsiteY58" fmla="*/ 186949 h 2990629"/>
                <a:gd name="connsiteX59" fmla="*/ 1690766 w 3405727"/>
                <a:gd name="connsiteY59" fmla="*/ 150592 h 2990629"/>
                <a:gd name="connsiteX60" fmla="*/ 1529815 w 3405727"/>
                <a:gd name="connsiteY60" fmla="*/ 136793 h 2990629"/>
                <a:gd name="connsiteX61" fmla="*/ 1206321 w 3405727"/>
                <a:gd name="connsiteY61" fmla="*/ 179452 h 2990629"/>
                <a:gd name="connsiteX62" fmla="*/ 906711 w 3405727"/>
                <a:gd name="connsiteY62" fmla="*/ 305307 h 2990629"/>
                <a:gd name="connsiteX63" fmla="*/ 641667 w 3405727"/>
                <a:gd name="connsiteY63" fmla="*/ 489080 h 2990629"/>
                <a:gd name="connsiteX64" fmla="*/ 520987 w 3405727"/>
                <a:gd name="connsiteY64" fmla="*/ 595165 h 2990629"/>
                <a:gd name="connsiteX65" fmla="*/ 406742 w 3405727"/>
                <a:gd name="connsiteY65" fmla="*/ 708281 h 2990629"/>
                <a:gd name="connsiteX66" fmla="*/ 68587 w 3405727"/>
                <a:gd name="connsiteY66" fmla="*/ 1254625 h 2990629"/>
                <a:gd name="connsiteX67" fmla="*/ 16050 w 3405727"/>
                <a:gd name="connsiteY67" fmla="*/ 1407357 h 2990629"/>
                <a:gd name="connsiteX68" fmla="*/ 0 w 3405727"/>
                <a:gd name="connsiteY68" fmla="*/ 1472957 h 2990629"/>
                <a:gd name="connsiteX69" fmla="*/ 0 w 3405727"/>
                <a:gd name="connsiteY69" fmla="*/ 834497 h 2990629"/>
                <a:gd name="connsiteX70" fmla="*/ 2773 w 3405727"/>
                <a:gd name="connsiteY70" fmla="*/ 829707 h 2990629"/>
                <a:gd name="connsiteX71" fmla="*/ 227746 w 3405727"/>
                <a:gd name="connsiteY71" fmla="*/ 539303 h 2990629"/>
                <a:gd name="connsiteX72" fmla="*/ 357979 w 3405727"/>
                <a:gd name="connsiteY72" fmla="*/ 409733 h 2990629"/>
                <a:gd name="connsiteX73" fmla="*/ 503273 w 3405727"/>
                <a:gd name="connsiteY73" fmla="*/ 297611 h 2990629"/>
                <a:gd name="connsiteX74" fmla="*/ 826767 w 3405727"/>
                <a:gd name="connsiteY74" fmla="*/ 129296 h 2990629"/>
                <a:gd name="connsiteX75" fmla="*/ 1174277 w 3405727"/>
                <a:gd name="connsiteY75" fmla="*/ 33296 h 2990629"/>
                <a:gd name="connsiteX76" fmla="*/ 1529815 w 3405727"/>
                <a:gd name="connsiteY76" fmla="*/ 58 h 299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3405727" h="2990629">
                  <a:moveTo>
                    <a:pt x="0" y="2398516"/>
                  </a:moveTo>
                  <a:lnTo>
                    <a:pt x="34685" y="2518944"/>
                  </a:lnTo>
                  <a:cubicBezTo>
                    <a:pt x="69582" y="2620981"/>
                    <a:pt x="114165" y="2719966"/>
                    <a:pt x="168103" y="2813843"/>
                  </a:cubicBezTo>
                  <a:cubicBezTo>
                    <a:pt x="195171" y="2860682"/>
                    <a:pt x="224297" y="2906459"/>
                    <a:pt x="255611" y="2950711"/>
                  </a:cubicBezTo>
                  <a:lnTo>
                    <a:pt x="285306" y="2990629"/>
                  </a:lnTo>
                  <a:lnTo>
                    <a:pt x="29051" y="2990629"/>
                  </a:lnTo>
                  <a:lnTo>
                    <a:pt x="0" y="2950561"/>
                  </a:lnTo>
                  <a:close/>
                  <a:moveTo>
                    <a:pt x="1529815" y="58"/>
                  </a:moveTo>
                  <a:cubicBezTo>
                    <a:pt x="1590188" y="-539"/>
                    <a:pt x="1650429" y="3508"/>
                    <a:pt x="1710005" y="11336"/>
                  </a:cubicBezTo>
                  <a:cubicBezTo>
                    <a:pt x="1769649" y="18833"/>
                    <a:pt x="1828562" y="30576"/>
                    <a:pt x="1886680" y="45172"/>
                  </a:cubicBezTo>
                  <a:cubicBezTo>
                    <a:pt x="2002915" y="74563"/>
                    <a:pt x="2115500" y="116492"/>
                    <a:pt x="2223376" y="168173"/>
                  </a:cubicBezTo>
                  <a:cubicBezTo>
                    <a:pt x="2277248" y="194181"/>
                    <a:pt x="2330190" y="222178"/>
                    <a:pt x="2381739" y="252696"/>
                  </a:cubicBezTo>
                  <a:cubicBezTo>
                    <a:pt x="2433421" y="282949"/>
                    <a:pt x="2483909" y="315391"/>
                    <a:pt x="2532871" y="350089"/>
                  </a:cubicBezTo>
                  <a:cubicBezTo>
                    <a:pt x="2630795" y="419486"/>
                    <a:pt x="2723942" y="496312"/>
                    <a:pt x="2810322" y="580834"/>
                  </a:cubicBezTo>
                  <a:cubicBezTo>
                    <a:pt x="2896702" y="665356"/>
                    <a:pt x="2977111" y="756845"/>
                    <a:pt x="3049360" y="855234"/>
                  </a:cubicBezTo>
                  <a:cubicBezTo>
                    <a:pt x="3121873" y="953489"/>
                    <a:pt x="3185896" y="1058777"/>
                    <a:pt x="3240763" y="1169638"/>
                  </a:cubicBezTo>
                  <a:cubicBezTo>
                    <a:pt x="3267963" y="1225168"/>
                    <a:pt x="3292577" y="1282224"/>
                    <a:pt x="3314803" y="1340474"/>
                  </a:cubicBezTo>
                  <a:cubicBezTo>
                    <a:pt x="3320243" y="1355069"/>
                    <a:pt x="3325882" y="1369599"/>
                    <a:pt x="3330791" y="1384460"/>
                  </a:cubicBezTo>
                  <a:lnTo>
                    <a:pt x="3345453" y="1428977"/>
                  </a:lnTo>
                  <a:lnTo>
                    <a:pt x="3358457" y="1474091"/>
                  </a:lnTo>
                  <a:cubicBezTo>
                    <a:pt x="3362703" y="1489151"/>
                    <a:pt x="3366153" y="1504476"/>
                    <a:pt x="3369868" y="1519736"/>
                  </a:cubicBezTo>
                  <a:cubicBezTo>
                    <a:pt x="3398263" y="1642074"/>
                    <a:pt x="3408347" y="1768924"/>
                    <a:pt x="3405163" y="1894713"/>
                  </a:cubicBezTo>
                  <a:cubicBezTo>
                    <a:pt x="3403505" y="1957607"/>
                    <a:pt x="3396936" y="2020434"/>
                    <a:pt x="3385459" y="2082134"/>
                  </a:cubicBezTo>
                  <a:cubicBezTo>
                    <a:pt x="3373915" y="2143834"/>
                    <a:pt x="3357926" y="2204407"/>
                    <a:pt x="3339549" y="2263586"/>
                  </a:cubicBezTo>
                  <a:cubicBezTo>
                    <a:pt x="3321238" y="2322897"/>
                    <a:pt x="3301600" y="2380683"/>
                    <a:pt x="3278379" y="2438999"/>
                  </a:cubicBezTo>
                  <a:cubicBezTo>
                    <a:pt x="3266770" y="2468124"/>
                    <a:pt x="3254164" y="2497315"/>
                    <a:pt x="3239900" y="2526175"/>
                  </a:cubicBezTo>
                  <a:cubicBezTo>
                    <a:pt x="3225371" y="2554969"/>
                    <a:pt x="3209315" y="2583629"/>
                    <a:pt x="3190407" y="2611095"/>
                  </a:cubicBezTo>
                  <a:cubicBezTo>
                    <a:pt x="3171765" y="2638695"/>
                    <a:pt x="3150468" y="2665166"/>
                    <a:pt x="3127049" y="2689448"/>
                  </a:cubicBezTo>
                  <a:cubicBezTo>
                    <a:pt x="3115306" y="2701523"/>
                    <a:pt x="3103099" y="2713199"/>
                    <a:pt x="3090560" y="2724279"/>
                  </a:cubicBezTo>
                  <a:cubicBezTo>
                    <a:pt x="3078020" y="2735292"/>
                    <a:pt x="3065083" y="2745575"/>
                    <a:pt x="3052080" y="2755460"/>
                  </a:cubicBezTo>
                  <a:cubicBezTo>
                    <a:pt x="2999801" y="2794869"/>
                    <a:pt x="2946858" y="2824392"/>
                    <a:pt x="2898626" y="2853649"/>
                  </a:cubicBezTo>
                  <a:cubicBezTo>
                    <a:pt x="2850129" y="2882575"/>
                    <a:pt x="2805413" y="2911302"/>
                    <a:pt x="2763748" y="2943015"/>
                  </a:cubicBezTo>
                  <a:lnTo>
                    <a:pt x="2705681" y="2990629"/>
                  </a:lnTo>
                  <a:lnTo>
                    <a:pt x="2419819" y="2990629"/>
                  </a:lnTo>
                  <a:lnTo>
                    <a:pt x="2444103" y="2964245"/>
                  </a:lnTo>
                  <a:lnTo>
                    <a:pt x="2475218" y="2932334"/>
                  </a:lnTo>
                  <a:cubicBezTo>
                    <a:pt x="2485700" y="2921719"/>
                    <a:pt x="2497244" y="2910573"/>
                    <a:pt x="2508589" y="2899958"/>
                  </a:cubicBezTo>
                  <a:cubicBezTo>
                    <a:pt x="2554101" y="2857099"/>
                    <a:pt x="2604125" y="2818354"/>
                    <a:pt x="2656404" y="2784386"/>
                  </a:cubicBezTo>
                  <a:cubicBezTo>
                    <a:pt x="2708616" y="2750352"/>
                    <a:pt x="2763417" y="2721957"/>
                    <a:pt x="2815497" y="2696347"/>
                  </a:cubicBezTo>
                  <a:cubicBezTo>
                    <a:pt x="2841504" y="2683609"/>
                    <a:pt x="2866847" y="2671270"/>
                    <a:pt x="2890664" y="2658731"/>
                  </a:cubicBezTo>
                  <a:cubicBezTo>
                    <a:pt x="2914549" y="2646258"/>
                    <a:pt x="2937039" y="2633652"/>
                    <a:pt x="2957473" y="2619787"/>
                  </a:cubicBezTo>
                  <a:cubicBezTo>
                    <a:pt x="2998606" y="2592320"/>
                    <a:pt x="3031911" y="2559679"/>
                    <a:pt x="3059178" y="2519408"/>
                  </a:cubicBezTo>
                  <a:cubicBezTo>
                    <a:pt x="3086247" y="2479137"/>
                    <a:pt x="3107610" y="2432166"/>
                    <a:pt x="3123599" y="2381810"/>
                  </a:cubicBezTo>
                  <a:cubicBezTo>
                    <a:pt x="3139455" y="2331455"/>
                    <a:pt x="3149606" y="2277186"/>
                    <a:pt x="3155312" y="2223447"/>
                  </a:cubicBezTo>
                  <a:cubicBezTo>
                    <a:pt x="3160818" y="2169509"/>
                    <a:pt x="3162012" y="2115505"/>
                    <a:pt x="3160884" y="2061966"/>
                  </a:cubicBezTo>
                  <a:cubicBezTo>
                    <a:pt x="3159225" y="2008360"/>
                    <a:pt x="3155643" y="1955351"/>
                    <a:pt x="3150535" y="1902607"/>
                  </a:cubicBezTo>
                  <a:cubicBezTo>
                    <a:pt x="3145426" y="1849864"/>
                    <a:pt x="3137664" y="1797518"/>
                    <a:pt x="3126783" y="1745770"/>
                  </a:cubicBezTo>
                  <a:cubicBezTo>
                    <a:pt x="3116035" y="1693955"/>
                    <a:pt x="3103231" y="1642737"/>
                    <a:pt x="3089631" y="1591719"/>
                  </a:cubicBezTo>
                  <a:cubicBezTo>
                    <a:pt x="3062430" y="1489681"/>
                    <a:pt x="3030452" y="1387843"/>
                    <a:pt x="2988522" y="1289124"/>
                  </a:cubicBezTo>
                  <a:cubicBezTo>
                    <a:pt x="2946593" y="1190470"/>
                    <a:pt x="2896702" y="1094338"/>
                    <a:pt x="2839580" y="1002185"/>
                  </a:cubicBezTo>
                  <a:cubicBezTo>
                    <a:pt x="2810853" y="956209"/>
                    <a:pt x="2780666" y="910963"/>
                    <a:pt x="2748755" y="866843"/>
                  </a:cubicBezTo>
                  <a:cubicBezTo>
                    <a:pt x="2716843" y="822725"/>
                    <a:pt x="2682809" y="779999"/>
                    <a:pt x="2647447" y="738401"/>
                  </a:cubicBezTo>
                  <a:cubicBezTo>
                    <a:pt x="2576924" y="655007"/>
                    <a:pt x="2499566" y="576920"/>
                    <a:pt x="2416172" y="505931"/>
                  </a:cubicBezTo>
                  <a:cubicBezTo>
                    <a:pt x="2332977" y="434678"/>
                    <a:pt x="2243346" y="370855"/>
                    <a:pt x="2148407" y="316586"/>
                  </a:cubicBezTo>
                  <a:cubicBezTo>
                    <a:pt x="2136465" y="309951"/>
                    <a:pt x="2124590" y="303118"/>
                    <a:pt x="2112581" y="296683"/>
                  </a:cubicBezTo>
                  <a:lnTo>
                    <a:pt x="2076292" y="277708"/>
                  </a:lnTo>
                  <a:lnTo>
                    <a:pt x="2039404" y="259928"/>
                  </a:lnTo>
                  <a:cubicBezTo>
                    <a:pt x="2027064" y="254089"/>
                    <a:pt x="2014525" y="248782"/>
                    <a:pt x="2002118" y="243143"/>
                  </a:cubicBezTo>
                  <a:cubicBezTo>
                    <a:pt x="1952228" y="221249"/>
                    <a:pt x="1900944" y="202673"/>
                    <a:pt x="1848996" y="186949"/>
                  </a:cubicBezTo>
                  <a:cubicBezTo>
                    <a:pt x="1797049" y="171292"/>
                    <a:pt x="1744107" y="159284"/>
                    <a:pt x="1690766" y="150592"/>
                  </a:cubicBezTo>
                  <a:cubicBezTo>
                    <a:pt x="1637359" y="142034"/>
                    <a:pt x="1583554" y="137457"/>
                    <a:pt x="1529815" y="136793"/>
                  </a:cubicBezTo>
                  <a:cubicBezTo>
                    <a:pt x="1420613" y="135997"/>
                    <a:pt x="1311344" y="150393"/>
                    <a:pt x="1206321" y="179452"/>
                  </a:cubicBezTo>
                  <a:cubicBezTo>
                    <a:pt x="1101166" y="208246"/>
                    <a:pt x="1000854" y="252298"/>
                    <a:pt x="906711" y="305307"/>
                  </a:cubicBezTo>
                  <a:cubicBezTo>
                    <a:pt x="812503" y="358449"/>
                    <a:pt x="724332" y="420879"/>
                    <a:pt x="641667" y="489080"/>
                  </a:cubicBezTo>
                  <a:cubicBezTo>
                    <a:pt x="600202" y="523115"/>
                    <a:pt x="560727" y="559338"/>
                    <a:pt x="520987" y="595165"/>
                  </a:cubicBezTo>
                  <a:cubicBezTo>
                    <a:pt x="481247" y="630991"/>
                    <a:pt x="442502" y="668209"/>
                    <a:pt x="406742" y="708281"/>
                  </a:cubicBezTo>
                  <a:cubicBezTo>
                    <a:pt x="262709" y="867706"/>
                    <a:pt x="147735" y="1054199"/>
                    <a:pt x="68587" y="1254625"/>
                  </a:cubicBezTo>
                  <a:cubicBezTo>
                    <a:pt x="48783" y="1304714"/>
                    <a:pt x="31235" y="1355700"/>
                    <a:pt x="16050" y="1407357"/>
                  </a:cubicBezTo>
                  <a:lnTo>
                    <a:pt x="0" y="1472957"/>
                  </a:lnTo>
                  <a:lnTo>
                    <a:pt x="0" y="834497"/>
                  </a:lnTo>
                  <a:lnTo>
                    <a:pt x="2773" y="829707"/>
                  </a:lnTo>
                  <a:cubicBezTo>
                    <a:pt x="68952" y="726310"/>
                    <a:pt x="144252" y="628967"/>
                    <a:pt x="227746" y="539303"/>
                  </a:cubicBezTo>
                  <a:cubicBezTo>
                    <a:pt x="269676" y="494653"/>
                    <a:pt x="312534" y="450866"/>
                    <a:pt x="357979" y="409733"/>
                  </a:cubicBezTo>
                  <a:cubicBezTo>
                    <a:pt x="403426" y="368600"/>
                    <a:pt x="452719" y="331911"/>
                    <a:pt x="503273" y="297611"/>
                  </a:cubicBezTo>
                  <a:cubicBezTo>
                    <a:pt x="604581" y="229078"/>
                    <a:pt x="713717" y="172951"/>
                    <a:pt x="826767" y="129296"/>
                  </a:cubicBezTo>
                  <a:cubicBezTo>
                    <a:pt x="939817" y="85509"/>
                    <a:pt x="1056715" y="54659"/>
                    <a:pt x="1174277" y="33296"/>
                  </a:cubicBezTo>
                  <a:cubicBezTo>
                    <a:pt x="1291971" y="12000"/>
                    <a:pt x="1410860" y="986"/>
                    <a:pt x="1529815" y="5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0" name="Freeform: Shape 159">
              <a:extLst>
                <a:ext uri="{FF2B5EF4-FFF2-40B4-BE49-F238E27FC236}">
                  <a16:creationId xmlns:a16="http://schemas.microsoft.com/office/drawing/2014/main" id="{AD44A17B-31B1-434F-8B3F-488316AA8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021" y="3908755"/>
              <a:ext cx="3417890" cy="2949310"/>
            </a:xfrm>
            <a:custGeom>
              <a:avLst/>
              <a:gdLst>
                <a:gd name="connsiteX0" fmla="*/ 0 w 3417890"/>
                <a:gd name="connsiteY0" fmla="*/ 1953986 h 2966488"/>
                <a:gd name="connsiteX1" fmla="*/ 3650 w 3417890"/>
                <a:gd name="connsiteY1" fmla="*/ 2036794 h 2966488"/>
                <a:gd name="connsiteX2" fmla="*/ 97711 w 3417890"/>
                <a:gd name="connsiteY2" fmla="*/ 2451281 h 2966488"/>
                <a:gd name="connsiteX3" fmla="*/ 373570 w 3417890"/>
                <a:gd name="connsiteY3" fmla="*/ 2919471 h 2966488"/>
                <a:gd name="connsiteX4" fmla="*/ 418218 w 3417890"/>
                <a:gd name="connsiteY4" fmla="*/ 2966488 h 2966488"/>
                <a:gd name="connsiteX5" fmla="*/ 0 w 3417890"/>
                <a:gd name="connsiteY5" fmla="*/ 2966488 h 2966488"/>
                <a:gd name="connsiteX6" fmla="*/ 1526033 w 3417890"/>
                <a:gd name="connsiteY6" fmla="*/ 0 h 2966488"/>
                <a:gd name="connsiteX7" fmla="*/ 3362636 w 3417890"/>
                <a:gd name="connsiteY7" fmla="*/ 2324034 h 2966488"/>
                <a:gd name="connsiteX8" fmla="*/ 2754079 w 3417890"/>
                <a:gd name="connsiteY8" fmla="*/ 2933084 h 2966488"/>
                <a:gd name="connsiteX9" fmla="*/ 2713560 w 3417890"/>
                <a:gd name="connsiteY9" fmla="*/ 2966488 h 2966488"/>
                <a:gd name="connsiteX10" fmla="*/ 2248047 w 3417890"/>
                <a:gd name="connsiteY10" fmla="*/ 2966488 h 2966488"/>
                <a:gd name="connsiteX11" fmla="*/ 2395207 w 3417890"/>
                <a:gd name="connsiteY11" fmla="*/ 2809141 h 2966488"/>
                <a:gd name="connsiteX12" fmla="*/ 2822595 w 3417890"/>
                <a:gd name="connsiteY12" fmla="*/ 2501371 h 2966488"/>
                <a:gd name="connsiteX13" fmla="*/ 2960458 w 3417890"/>
                <a:gd name="connsiteY13" fmla="*/ 2413398 h 2966488"/>
                <a:gd name="connsiteX14" fmla="*/ 3043189 w 3417890"/>
                <a:gd name="connsiteY14" fmla="*/ 2234668 h 2966488"/>
                <a:gd name="connsiteX15" fmla="*/ 3047966 w 3417890"/>
                <a:gd name="connsiteY15" fmla="*/ 1613687 h 2966488"/>
                <a:gd name="connsiteX16" fmla="*/ 2759170 w 3417890"/>
                <a:gd name="connsiteY16" fmla="*/ 1025348 h 2966488"/>
                <a:gd name="connsiteX17" fmla="*/ 2179655 w 3417890"/>
                <a:gd name="connsiteY17" fmla="*/ 518811 h 2966488"/>
                <a:gd name="connsiteX18" fmla="*/ 1526033 w 3417890"/>
                <a:gd name="connsiteY18" fmla="*/ 331721 h 2966488"/>
                <a:gd name="connsiteX19" fmla="*/ 447145 w 3417890"/>
                <a:gd name="connsiteY19" fmla="*/ 787106 h 2966488"/>
                <a:gd name="connsiteX20" fmla="*/ 118145 w 3417890"/>
                <a:gd name="connsiteY20" fmla="*/ 1283758 h 2966488"/>
                <a:gd name="connsiteX21" fmla="*/ 4939 w 3417890"/>
                <a:gd name="connsiteY21" fmla="*/ 1736003 h 2966488"/>
                <a:gd name="connsiteX22" fmla="*/ 0 w 3417890"/>
                <a:gd name="connsiteY22" fmla="*/ 1838243 h 2966488"/>
                <a:gd name="connsiteX23" fmla="*/ 0 w 3417890"/>
                <a:gd name="connsiteY23" fmla="*/ 812148 h 2966488"/>
                <a:gd name="connsiteX24" fmla="*/ 90445 w 3417890"/>
                <a:gd name="connsiteY24" fmla="*/ 689050 h 2966488"/>
                <a:gd name="connsiteX25" fmla="*/ 1526033 w 3417890"/>
                <a:gd name="connsiteY25" fmla="*/ 0 h 2966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417890" h="2966488">
                  <a:moveTo>
                    <a:pt x="0" y="1953986"/>
                  </a:moveTo>
                  <a:lnTo>
                    <a:pt x="3650" y="2036794"/>
                  </a:lnTo>
                  <a:cubicBezTo>
                    <a:pt x="16269" y="2179080"/>
                    <a:pt x="47754" y="2317979"/>
                    <a:pt x="97711" y="2451281"/>
                  </a:cubicBezTo>
                  <a:cubicBezTo>
                    <a:pt x="161932" y="2622780"/>
                    <a:pt x="254747" y="2780348"/>
                    <a:pt x="373570" y="2919471"/>
                  </a:cubicBezTo>
                  <a:lnTo>
                    <a:pt x="418218" y="2966488"/>
                  </a:lnTo>
                  <a:lnTo>
                    <a:pt x="0" y="2966488"/>
                  </a:lnTo>
                  <a:close/>
                  <a:moveTo>
                    <a:pt x="1526033" y="0"/>
                  </a:moveTo>
                  <a:cubicBezTo>
                    <a:pt x="2553570" y="0"/>
                    <a:pt x="3682481" y="1179399"/>
                    <a:pt x="3362636" y="2324034"/>
                  </a:cubicBezTo>
                  <a:cubicBezTo>
                    <a:pt x="3239684" y="2764061"/>
                    <a:pt x="3030076" y="2721132"/>
                    <a:pt x="2754079" y="2933084"/>
                  </a:cubicBezTo>
                  <a:lnTo>
                    <a:pt x="2713560" y="2966488"/>
                  </a:lnTo>
                  <a:lnTo>
                    <a:pt x="2248047" y="2966488"/>
                  </a:lnTo>
                  <a:lnTo>
                    <a:pt x="2395207" y="2809141"/>
                  </a:lnTo>
                  <a:cubicBezTo>
                    <a:pt x="2559076" y="2642352"/>
                    <a:pt x="2711402" y="2560882"/>
                    <a:pt x="2822595" y="2501371"/>
                  </a:cubicBezTo>
                  <a:cubicBezTo>
                    <a:pt x="2893052" y="2463621"/>
                    <a:pt x="2934252" y="2440931"/>
                    <a:pt x="2960458" y="2413398"/>
                  </a:cubicBezTo>
                  <a:cubicBezTo>
                    <a:pt x="2991242" y="2381089"/>
                    <a:pt x="3019106" y="2320915"/>
                    <a:pt x="3043189" y="2234668"/>
                  </a:cubicBezTo>
                  <a:cubicBezTo>
                    <a:pt x="3098918" y="2035171"/>
                    <a:pt x="3100511" y="1826254"/>
                    <a:pt x="3047966" y="1613687"/>
                  </a:cubicBezTo>
                  <a:cubicBezTo>
                    <a:pt x="2998075" y="1412001"/>
                    <a:pt x="2898227" y="1208590"/>
                    <a:pt x="2759170" y="1025348"/>
                  </a:cubicBezTo>
                  <a:cubicBezTo>
                    <a:pt x="2601935" y="818155"/>
                    <a:pt x="2401509" y="643007"/>
                    <a:pt x="2179655" y="518811"/>
                  </a:cubicBezTo>
                  <a:cubicBezTo>
                    <a:pt x="1960985" y="396406"/>
                    <a:pt x="1734950" y="331721"/>
                    <a:pt x="1526033" y="331721"/>
                  </a:cubicBezTo>
                  <a:cubicBezTo>
                    <a:pt x="1118813" y="331721"/>
                    <a:pt x="735676" y="493468"/>
                    <a:pt x="447145" y="787106"/>
                  </a:cubicBezTo>
                  <a:cubicBezTo>
                    <a:pt x="306164" y="930543"/>
                    <a:pt x="195502" y="1097663"/>
                    <a:pt x="118145" y="1283758"/>
                  </a:cubicBezTo>
                  <a:cubicBezTo>
                    <a:pt x="58037" y="1428405"/>
                    <a:pt x="20134" y="1579955"/>
                    <a:pt x="4939" y="1736003"/>
                  </a:cubicBezTo>
                  <a:lnTo>
                    <a:pt x="0" y="1838243"/>
                  </a:lnTo>
                  <a:lnTo>
                    <a:pt x="0" y="812148"/>
                  </a:lnTo>
                  <a:lnTo>
                    <a:pt x="90445" y="689050"/>
                  </a:lnTo>
                  <a:cubicBezTo>
                    <a:pt x="431676" y="268232"/>
                    <a:pt x="948081" y="0"/>
                    <a:pt x="1526033"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1" name="Freeform: Shape 160">
              <a:extLst>
                <a:ext uri="{FF2B5EF4-FFF2-40B4-BE49-F238E27FC236}">
                  <a16:creationId xmlns:a16="http://schemas.microsoft.com/office/drawing/2014/main" id="{E89C250B-5ADB-4172-AD75-5677A112C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021" y="3908755"/>
              <a:ext cx="3417890" cy="2949310"/>
            </a:xfrm>
            <a:custGeom>
              <a:avLst/>
              <a:gdLst>
                <a:gd name="connsiteX0" fmla="*/ 1526033 w 3417890"/>
                <a:gd name="connsiteY0" fmla="*/ 0 h 2966488"/>
                <a:gd name="connsiteX1" fmla="*/ 3362636 w 3417890"/>
                <a:gd name="connsiteY1" fmla="*/ 2324034 h 2966488"/>
                <a:gd name="connsiteX2" fmla="*/ 2754079 w 3417890"/>
                <a:gd name="connsiteY2" fmla="*/ 2933084 h 2966488"/>
                <a:gd name="connsiteX3" fmla="*/ 2713560 w 3417890"/>
                <a:gd name="connsiteY3" fmla="*/ 2966488 h 2966488"/>
                <a:gd name="connsiteX4" fmla="*/ 2157350 w 3417890"/>
                <a:gd name="connsiteY4" fmla="*/ 2966488 h 2966488"/>
                <a:gd name="connsiteX5" fmla="*/ 2163135 w 3417890"/>
                <a:gd name="connsiteY5" fmla="*/ 2960207 h 2966488"/>
                <a:gd name="connsiteX6" fmla="*/ 2347903 w 3417890"/>
                <a:gd name="connsiteY6" fmla="*/ 2762701 h 2966488"/>
                <a:gd name="connsiteX7" fmla="*/ 2791280 w 3417890"/>
                <a:gd name="connsiteY7" fmla="*/ 2442922 h 2966488"/>
                <a:gd name="connsiteX8" fmla="*/ 2912425 w 3417890"/>
                <a:gd name="connsiteY8" fmla="*/ 2367688 h 2966488"/>
                <a:gd name="connsiteX9" fmla="*/ 2979300 w 3417890"/>
                <a:gd name="connsiteY9" fmla="*/ 2216888 h 2966488"/>
                <a:gd name="connsiteX10" fmla="*/ 2983612 w 3417890"/>
                <a:gd name="connsiteY10" fmla="*/ 1629676 h 2966488"/>
                <a:gd name="connsiteX11" fmla="*/ 2706361 w 3417890"/>
                <a:gd name="connsiteY11" fmla="*/ 1065486 h 2966488"/>
                <a:gd name="connsiteX12" fmla="*/ 2147279 w 3417890"/>
                <a:gd name="connsiteY12" fmla="*/ 576729 h 2966488"/>
                <a:gd name="connsiteX13" fmla="*/ 1526033 w 3417890"/>
                <a:gd name="connsiteY13" fmla="*/ 398065 h 2966488"/>
                <a:gd name="connsiteX14" fmla="*/ 494515 w 3417890"/>
                <a:gd name="connsiteY14" fmla="*/ 833613 h 2966488"/>
                <a:gd name="connsiteX15" fmla="*/ 179447 w 3417890"/>
                <a:gd name="connsiteY15" fmla="*/ 1309235 h 2966488"/>
                <a:gd name="connsiteX16" fmla="*/ 63743 w 3417890"/>
                <a:gd name="connsiteY16" fmla="*/ 1893460 h 2966488"/>
                <a:gd name="connsiteX17" fmla="*/ 159809 w 3417890"/>
                <a:gd name="connsiteY17" fmla="*/ 2427994 h 2966488"/>
                <a:gd name="connsiteX18" fmla="*/ 423991 w 3417890"/>
                <a:gd name="connsiteY18" fmla="*/ 2876348 h 2966488"/>
                <a:gd name="connsiteX19" fmla="*/ 509568 w 3417890"/>
                <a:gd name="connsiteY19" fmla="*/ 2966488 h 2966488"/>
                <a:gd name="connsiteX20" fmla="*/ 0 w 3417890"/>
                <a:gd name="connsiteY20" fmla="*/ 2966488 h 2966488"/>
                <a:gd name="connsiteX21" fmla="*/ 0 w 3417890"/>
                <a:gd name="connsiteY21" fmla="*/ 812148 h 2966488"/>
                <a:gd name="connsiteX22" fmla="*/ 90445 w 3417890"/>
                <a:gd name="connsiteY22" fmla="*/ 689050 h 2966488"/>
                <a:gd name="connsiteX23" fmla="*/ 1526033 w 3417890"/>
                <a:gd name="connsiteY23" fmla="*/ 0 h 2966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17890" h="2966488">
                  <a:moveTo>
                    <a:pt x="1526033" y="0"/>
                  </a:moveTo>
                  <a:cubicBezTo>
                    <a:pt x="2553570" y="0"/>
                    <a:pt x="3682481" y="1179399"/>
                    <a:pt x="3362636" y="2324034"/>
                  </a:cubicBezTo>
                  <a:cubicBezTo>
                    <a:pt x="3239684" y="2764061"/>
                    <a:pt x="3030076" y="2721132"/>
                    <a:pt x="2754079" y="2933084"/>
                  </a:cubicBezTo>
                  <a:lnTo>
                    <a:pt x="2713560" y="2966488"/>
                  </a:lnTo>
                  <a:lnTo>
                    <a:pt x="2157350" y="2966488"/>
                  </a:lnTo>
                  <a:lnTo>
                    <a:pt x="2163135" y="2960207"/>
                  </a:lnTo>
                  <a:cubicBezTo>
                    <a:pt x="2221850" y="2895786"/>
                    <a:pt x="2282554" y="2829177"/>
                    <a:pt x="2347903" y="2762701"/>
                  </a:cubicBezTo>
                  <a:cubicBezTo>
                    <a:pt x="2518806" y="2588746"/>
                    <a:pt x="2676306" y="2504423"/>
                    <a:pt x="2791280" y="2442922"/>
                  </a:cubicBezTo>
                  <a:cubicBezTo>
                    <a:pt x="2847673" y="2412669"/>
                    <a:pt x="2892256" y="2388852"/>
                    <a:pt x="2912425" y="2367688"/>
                  </a:cubicBezTo>
                  <a:cubicBezTo>
                    <a:pt x="2934982" y="2344003"/>
                    <a:pt x="2958733" y="2290463"/>
                    <a:pt x="2979300" y="2216888"/>
                  </a:cubicBezTo>
                  <a:cubicBezTo>
                    <a:pt x="3031977" y="2028537"/>
                    <a:pt x="3033370" y="1830964"/>
                    <a:pt x="2983612" y="1629676"/>
                  </a:cubicBezTo>
                  <a:cubicBezTo>
                    <a:pt x="2935844" y="1436681"/>
                    <a:pt x="2839977" y="1241564"/>
                    <a:pt x="2706361" y="1065486"/>
                  </a:cubicBezTo>
                  <a:cubicBezTo>
                    <a:pt x="2554565" y="865525"/>
                    <a:pt x="2361238" y="696481"/>
                    <a:pt x="2147279" y="576729"/>
                  </a:cubicBezTo>
                  <a:cubicBezTo>
                    <a:pt x="1938428" y="459831"/>
                    <a:pt x="1723605" y="398065"/>
                    <a:pt x="1526033" y="398065"/>
                  </a:cubicBezTo>
                  <a:cubicBezTo>
                    <a:pt x="1136792" y="398065"/>
                    <a:pt x="770374" y="552713"/>
                    <a:pt x="494515" y="833613"/>
                  </a:cubicBezTo>
                  <a:cubicBezTo>
                    <a:pt x="359505" y="971012"/>
                    <a:pt x="253487" y="1131034"/>
                    <a:pt x="179447" y="1309235"/>
                  </a:cubicBezTo>
                  <a:cubicBezTo>
                    <a:pt x="102687" y="1494003"/>
                    <a:pt x="63743" y="1690580"/>
                    <a:pt x="63743" y="1893460"/>
                  </a:cubicBezTo>
                  <a:cubicBezTo>
                    <a:pt x="63743" y="2077897"/>
                    <a:pt x="96052" y="2257689"/>
                    <a:pt x="159809" y="2427994"/>
                  </a:cubicBezTo>
                  <a:cubicBezTo>
                    <a:pt x="221310" y="2592262"/>
                    <a:pt x="310211" y="2743063"/>
                    <a:pt x="423991" y="2876348"/>
                  </a:cubicBezTo>
                  <a:lnTo>
                    <a:pt x="509568" y="2966488"/>
                  </a:lnTo>
                  <a:lnTo>
                    <a:pt x="0" y="2966488"/>
                  </a:lnTo>
                  <a:lnTo>
                    <a:pt x="0" y="812148"/>
                  </a:lnTo>
                  <a:lnTo>
                    <a:pt x="90445" y="689050"/>
                  </a:lnTo>
                  <a:cubicBezTo>
                    <a:pt x="431676" y="268232"/>
                    <a:pt x="948081" y="0"/>
                    <a:pt x="1526033"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62" name="Freeform: Shape 161">
              <a:extLst>
                <a:ext uri="{FF2B5EF4-FFF2-40B4-BE49-F238E27FC236}">
                  <a16:creationId xmlns:a16="http://schemas.microsoft.com/office/drawing/2014/main" id="{0DBADFCF-E338-4B63-B2DF-02E7488329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021" y="3881713"/>
              <a:ext cx="3462418" cy="2976353"/>
            </a:xfrm>
            <a:custGeom>
              <a:avLst/>
              <a:gdLst>
                <a:gd name="connsiteX0" fmla="*/ 0 w 3462418"/>
                <a:gd name="connsiteY0" fmla="*/ 2730212 h 2993689"/>
                <a:gd name="connsiteX1" fmla="*/ 55451 w 3462418"/>
                <a:gd name="connsiteY1" fmla="*/ 2830720 h 2993689"/>
                <a:gd name="connsiteX2" fmla="*/ 152058 w 3462418"/>
                <a:gd name="connsiteY2" fmla="*/ 2972167 h 2993689"/>
                <a:gd name="connsiteX3" fmla="*/ 170061 w 3462418"/>
                <a:gd name="connsiteY3" fmla="*/ 2993689 h 2993689"/>
                <a:gd name="connsiteX4" fmla="*/ 0 w 3462418"/>
                <a:gd name="connsiteY4" fmla="*/ 2993689 h 2993689"/>
                <a:gd name="connsiteX5" fmla="*/ 1541758 w 3462418"/>
                <a:gd name="connsiteY5" fmla="*/ 0 h 2993689"/>
                <a:gd name="connsiteX6" fmla="*/ 3462418 w 3462418"/>
                <a:gd name="connsiteY6" fmla="*/ 1920662 h 2993689"/>
                <a:gd name="connsiteX7" fmla="*/ 3230610 w 3462418"/>
                <a:gd name="connsiteY7" fmla="*/ 2836173 h 2993689"/>
                <a:gd name="connsiteX8" fmla="*/ 3134917 w 3462418"/>
                <a:gd name="connsiteY8" fmla="*/ 2993689 h 2993689"/>
                <a:gd name="connsiteX9" fmla="*/ 2620198 w 3462418"/>
                <a:gd name="connsiteY9" fmla="*/ 2993689 h 2993689"/>
                <a:gd name="connsiteX10" fmla="*/ 2647978 w 3462418"/>
                <a:gd name="connsiteY10" fmla="*/ 2965249 h 2993689"/>
                <a:gd name="connsiteX11" fmla="*/ 2948384 w 3462418"/>
                <a:gd name="connsiteY11" fmla="*/ 2745916 h 2993689"/>
                <a:gd name="connsiteX12" fmla="*/ 3099450 w 3462418"/>
                <a:gd name="connsiteY12" fmla="*/ 2653232 h 2993689"/>
                <a:gd name="connsiteX13" fmla="*/ 3212964 w 3462418"/>
                <a:gd name="connsiteY13" fmla="*/ 2536069 h 2993689"/>
                <a:gd name="connsiteX14" fmla="*/ 3283488 w 3462418"/>
                <a:gd name="connsiteY14" fmla="*/ 2387060 h 2993689"/>
                <a:gd name="connsiteX15" fmla="*/ 3325484 w 3462418"/>
                <a:gd name="connsiteY15" fmla="*/ 2221531 h 2993689"/>
                <a:gd name="connsiteX16" fmla="*/ 3332716 w 3462418"/>
                <a:gd name="connsiteY16" fmla="*/ 2179270 h 2993689"/>
                <a:gd name="connsiteX17" fmla="*/ 3338819 w 3462418"/>
                <a:gd name="connsiteY17" fmla="*/ 2136943 h 2993689"/>
                <a:gd name="connsiteX18" fmla="*/ 3343397 w 3462418"/>
                <a:gd name="connsiteY18" fmla="*/ 2094483 h 2993689"/>
                <a:gd name="connsiteX19" fmla="*/ 3346714 w 3462418"/>
                <a:gd name="connsiteY19" fmla="*/ 2051956 h 2993689"/>
                <a:gd name="connsiteX20" fmla="*/ 3348572 w 3462418"/>
                <a:gd name="connsiteY20" fmla="*/ 1881717 h 2993689"/>
                <a:gd name="connsiteX21" fmla="*/ 3345985 w 3462418"/>
                <a:gd name="connsiteY21" fmla="*/ 1839257 h 2993689"/>
                <a:gd name="connsiteX22" fmla="*/ 3342070 w 3462418"/>
                <a:gd name="connsiteY22" fmla="*/ 1796929 h 2993689"/>
                <a:gd name="connsiteX23" fmla="*/ 3337227 w 3462418"/>
                <a:gd name="connsiteY23" fmla="*/ 1754668 h 2993689"/>
                <a:gd name="connsiteX24" fmla="*/ 3331256 w 3462418"/>
                <a:gd name="connsiteY24" fmla="*/ 1712540 h 2993689"/>
                <a:gd name="connsiteX25" fmla="*/ 3296492 w 3462418"/>
                <a:gd name="connsiteY25" fmla="*/ 1545817 h 2993689"/>
                <a:gd name="connsiteX26" fmla="*/ 3179195 w 3462418"/>
                <a:gd name="connsiteY26" fmla="*/ 1224313 h 2993689"/>
                <a:gd name="connsiteX27" fmla="*/ 3099716 w 3462418"/>
                <a:gd name="connsiteY27" fmla="*/ 1071125 h 2993689"/>
                <a:gd name="connsiteX28" fmla="*/ 3008160 w 3462418"/>
                <a:gd name="connsiteY28" fmla="*/ 923576 h 2993689"/>
                <a:gd name="connsiteX29" fmla="*/ 2905327 w 3462418"/>
                <a:gd name="connsiteY29" fmla="*/ 782330 h 2993689"/>
                <a:gd name="connsiteX30" fmla="*/ 2791481 w 3462418"/>
                <a:gd name="connsiteY30" fmla="*/ 648448 h 2993689"/>
                <a:gd name="connsiteX31" fmla="*/ 2667418 w 3462418"/>
                <a:gd name="connsiteY31" fmla="*/ 522526 h 2993689"/>
                <a:gd name="connsiteX32" fmla="*/ 2532739 w 3462418"/>
                <a:gd name="connsiteY32" fmla="*/ 406557 h 2993689"/>
                <a:gd name="connsiteX33" fmla="*/ 2388109 w 3462418"/>
                <a:gd name="connsiteY33" fmla="*/ 301601 h 2993689"/>
                <a:gd name="connsiteX34" fmla="*/ 2233527 w 3462418"/>
                <a:gd name="connsiteY34" fmla="*/ 210377 h 2993689"/>
                <a:gd name="connsiteX35" fmla="*/ 2069922 w 3462418"/>
                <a:gd name="connsiteY35" fmla="*/ 134811 h 2993689"/>
                <a:gd name="connsiteX36" fmla="*/ 1898423 w 3462418"/>
                <a:gd name="connsiteY36" fmla="*/ 77623 h 2993689"/>
                <a:gd name="connsiteX37" fmla="*/ 1540032 w 3462418"/>
                <a:gd name="connsiteY37" fmla="*/ 28926 h 2993689"/>
                <a:gd name="connsiteX38" fmla="*/ 1179784 w 3462418"/>
                <a:gd name="connsiteY38" fmla="*/ 68866 h 2993689"/>
                <a:gd name="connsiteX39" fmla="*/ 1168705 w 3462418"/>
                <a:gd name="connsiteY39" fmla="*/ 71121 h 2993689"/>
                <a:gd name="connsiteX40" fmla="*/ 1157758 w 3462418"/>
                <a:gd name="connsiteY40" fmla="*/ 73908 h 2993689"/>
                <a:gd name="connsiteX41" fmla="*/ 1135798 w 3462418"/>
                <a:gd name="connsiteY41" fmla="*/ 79547 h 2993689"/>
                <a:gd name="connsiteX42" fmla="*/ 1092011 w 3462418"/>
                <a:gd name="connsiteY42" fmla="*/ 90958 h 2993689"/>
                <a:gd name="connsiteX43" fmla="*/ 1048754 w 3462418"/>
                <a:gd name="connsiteY43" fmla="*/ 104028 h 2993689"/>
                <a:gd name="connsiteX44" fmla="*/ 1005763 w 3462418"/>
                <a:gd name="connsiteY44" fmla="*/ 117827 h 2993689"/>
                <a:gd name="connsiteX45" fmla="*/ 963303 w 3462418"/>
                <a:gd name="connsiteY45" fmla="*/ 133153 h 2993689"/>
                <a:gd name="connsiteX46" fmla="*/ 921175 w 3462418"/>
                <a:gd name="connsiteY46" fmla="*/ 149142 h 2993689"/>
                <a:gd name="connsiteX47" fmla="*/ 879776 w 3462418"/>
                <a:gd name="connsiteY47" fmla="*/ 166789 h 2993689"/>
                <a:gd name="connsiteX48" fmla="*/ 838709 w 3462418"/>
                <a:gd name="connsiteY48" fmla="*/ 185034 h 2993689"/>
                <a:gd name="connsiteX49" fmla="*/ 274453 w 3462418"/>
                <a:gd name="connsiteY49" fmla="*/ 607845 h 2993689"/>
                <a:gd name="connsiteX50" fmla="*/ 67351 w 3462418"/>
                <a:gd name="connsiteY50" fmla="*/ 886581 h 2993689"/>
                <a:gd name="connsiteX51" fmla="*/ 0 w 3462418"/>
                <a:gd name="connsiteY51" fmla="*/ 1008513 h 2993689"/>
                <a:gd name="connsiteX52" fmla="*/ 0 w 3462418"/>
                <a:gd name="connsiteY52" fmla="*/ 778734 h 2993689"/>
                <a:gd name="connsiteX53" fmla="*/ 59674 w 3462418"/>
                <a:gd name="connsiteY53" fmla="*/ 698933 h 2993689"/>
                <a:gd name="connsiteX54" fmla="*/ 1541758 w 3462418"/>
                <a:gd name="connsiteY54" fmla="*/ 0 h 2993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462418" h="2993689">
                  <a:moveTo>
                    <a:pt x="0" y="2730212"/>
                  </a:moveTo>
                  <a:lnTo>
                    <a:pt x="55451" y="2830720"/>
                  </a:lnTo>
                  <a:cubicBezTo>
                    <a:pt x="85331" y="2879308"/>
                    <a:pt x="117557" y="2926541"/>
                    <a:pt x="152058" y="2972167"/>
                  </a:cubicBezTo>
                  <a:lnTo>
                    <a:pt x="170061" y="2993689"/>
                  </a:lnTo>
                  <a:lnTo>
                    <a:pt x="0" y="2993689"/>
                  </a:lnTo>
                  <a:close/>
                  <a:moveTo>
                    <a:pt x="1541758" y="0"/>
                  </a:moveTo>
                  <a:cubicBezTo>
                    <a:pt x="2602533" y="0"/>
                    <a:pt x="3462418" y="859886"/>
                    <a:pt x="3462418" y="1920662"/>
                  </a:cubicBezTo>
                  <a:cubicBezTo>
                    <a:pt x="3462418" y="2252154"/>
                    <a:pt x="3378445" y="2564028"/>
                    <a:pt x="3230610" y="2836173"/>
                  </a:cubicBezTo>
                  <a:lnTo>
                    <a:pt x="3134917" y="2993689"/>
                  </a:lnTo>
                  <a:lnTo>
                    <a:pt x="2620198" y="2993689"/>
                  </a:lnTo>
                  <a:lnTo>
                    <a:pt x="2647978" y="2965249"/>
                  </a:lnTo>
                  <a:cubicBezTo>
                    <a:pt x="2735818" y="2877741"/>
                    <a:pt x="2841305" y="2805691"/>
                    <a:pt x="2948384" y="2745916"/>
                  </a:cubicBezTo>
                  <a:cubicBezTo>
                    <a:pt x="3001393" y="2715397"/>
                    <a:pt x="3054004" y="2686803"/>
                    <a:pt x="3099450" y="2653232"/>
                  </a:cubicBezTo>
                  <a:cubicBezTo>
                    <a:pt x="3145094" y="2619862"/>
                    <a:pt x="3183242" y="2581382"/>
                    <a:pt x="3212964" y="2536069"/>
                  </a:cubicBezTo>
                  <a:cubicBezTo>
                    <a:pt x="3243151" y="2491221"/>
                    <a:pt x="3265509" y="2440334"/>
                    <a:pt x="3283488" y="2387060"/>
                  </a:cubicBezTo>
                  <a:cubicBezTo>
                    <a:pt x="3301468" y="2333786"/>
                    <a:pt x="3314869" y="2277725"/>
                    <a:pt x="3325484" y="2221531"/>
                  </a:cubicBezTo>
                  <a:cubicBezTo>
                    <a:pt x="3327872" y="2207400"/>
                    <a:pt x="3330725" y="2193401"/>
                    <a:pt x="3332716" y="2179270"/>
                  </a:cubicBezTo>
                  <a:lnTo>
                    <a:pt x="3338819" y="2136943"/>
                  </a:lnTo>
                  <a:lnTo>
                    <a:pt x="3343397" y="2094483"/>
                  </a:lnTo>
                  <a:cubicBezTo>
                    <a:pt x="3345122" y="2080351"/>
                    <a:pt x="3345520" y="2066088"/>
                    <a:pt x="3346714" y="2051956"/>
                  </a:cubicBezTo>
                  <a:cubicBezTo>
                    <a:pt x="3350761" y="1995232"/>
                    <a:pt x="3350828" y="1938376"/>
                    <a:pt x="3348572" y="1881717"/>
                  </a:cubicBezTo>
                  <a:lnTo>
                    <a:pt x="3345985" y="1839257"/>
                  </a:lnTo>
                  <a:cubicBezTo>
                    <a:pt x="3344857" y="1825126"/>
                    <a:pt x="3343330" y="1811061"/>
                    <a:pt x="3342070" y="1796929"/>
                  </a:cubicBezTo>
                  <a:cubicBezTo>
                    <a:pt x="3340943" y="1782798"/>
                    <a:pt x="3338819" y="1768733"/>
                    <a:pt x="3337227" y="1754668"/>
                  </a:cubicBezTo>
                  <a:cubicBezTo>
                    <a:pt x="3335767" y="1740537"/>
                    <a:pt x="3333445" y="1726538"/>
                    <a:pt x="3331256" y="1712540"/>
                  </a:cubicBezTo>
                  <a:cubicBezTo>
                    <a:pt x="3322366" y="1656479"/>
                    <a:pt x="3310756" y="1600883"/>
                    <a:pt x="3296492" y="1545817"/>
                  </a:cubicBezTo>
                  <a:cubicBezTo>
                    <a:pt x="3267300" y="1435885"/>
                    <a:pt x="3227892" y="1328275"/>
                    <a:pt x="3179195" y="1224313"/>
                  </a:cubicBezTo>
                  <a:cubicBezTo>
                    <a:pt x="3154781" y="1172433"/>
                    <a:pt x="3128309" y="1121281"/>
                    <a:pt x="3099716" y="1071125"/>
                  </a:cubicBezTo>
                  <a:cubicBezTo>
                    <a:pt x="3071386" y="1020837"/>
                    <a:pt x="3040603" y="971742"/>
                    <a:pt x="3008160" y="923576"/>
                  </a:cubicBezTo>
                  <a:cubicBezTo>
                    <a:pt x="2975784" y="875344"/>
                    <a:pt x="2941219" y="828439"/>
                    <a:pt x="2905327" y="782330"/>
                  </a:cubicBezTo>
                  <a:cubicBezTo>
                    <a:pt x="2869170" y="736486"/>
                    <a:pt x="2831155" y="691836"/>
                    <a:pt x="2791481" y="648448"/>
                  </a:cubicBezTo>
                  <a:cubicBezTo>
                    <a:pt x="2751740" y="605191"/>
                    <a:pt x="2710674" y="562797"/>
                    <a:pt x="2667418" y="522526"/>
                  </a:cubicBezTo>
                  <a:cubicBezTo>
                    <a:pt x="2624227" y="482189"/>
                    <a:pt x="2579313" y="443444"/>
                    <a:pt x="2532739" y="406557"/>
                  </a:cubicBezTo>
                  <a:cubicBezTo>
                    <a:pt x="2486165" y="369669"/>
                    <a:pt x="2437999" y="334441"/>
                    <a:pt x="2388109" y="301601"/>
                  </a:cubicBezTo>
                  <a:cubicBezTo>
                    <a:pt x="2338085" y="269026"/>
                    <a:pt x="2286669" y="238176"/>
                    <a:pt x="2233527" y="210377"/>
                  </a:cubicBezTo>
                  <a:cubicBezTo>
                    <a:pt x="2180451" y="182447"/>
                    <a:pt x="2125983" y="156771"/>
                    <a:pt x="2069922" y="134811"/>
                  </a:cubicBezTo>
                  <a:cubicBezTo>
                    <a:pt x="2013994" y="112520"/>
                    <a:pt x="1956739" y="93213"/>
                    <a:pt x="1898423" y="77623"/>
                  </a:cubicBezTo>
                  <a:cubicBezTo>
                    <a:pt x="1781856" y="46242"/>
                    <a:pt x="1661044" y="28794"/>
                    <a:pt x="1540032" y="28926"/>
                  </a:cubicBezTo>
                  <a:cubicBezTo>
                    <a:pt x="1418821" y="29325"/>
                    <a:pt x="1297744" y="42660"/>
                    <a:pt x="1179784" y="68866"/>
                  </a:cubicBezTo>
                  <a:lnTo>
                    <a:pt x="1168705" y="71121"/>
                  </a:lnTo>
                  <a:lnTo>
                    <a:pt x="1157758" y="73908"/>
                  </a:lnTo>
                  <a:lnTo>
                    <a:pt x="1135798" y="79547"/>
                  </a:lnTo>
                  <a:lnTo>
                    <a:pt x="1092011" y="90958"/>
                  </a:lnTo>
                  <a:cubicBezTo>
                    <a:pt x="1077349" y="94408"/>
                    <a:pt x="1063151" y="99582"/>
                    <a:pt x="1048754" y="104028"/>
                  </a:cubicBezTo>
                  <a:lnTo>
                    <a:pt x="1005763" y="117827"/>
                  </a:lnTo>
                  <a:cubicBezTo>
                    <a:pt x="991300" y="122139"/>
                    <a:pt x="977434" y="127978"/>
                    <a:pt x="963303" y="133153"/>
                  </a:cubicBezTo>
                  <a:lnTo>
                    <a:pt x="921175" y="149142"/>
                  </a:lnTo>
                  <a:cubicBezTo>
                    <a:pt x="907043" y="154184"/>
                    <a:pt x="893509" y="160818"/>
                    <a:pt x="879776" y="166789"/>
                  </a:cubicBezTo>
                  <a:lnTo>
                    <a:pt x="838709" y="185034"/>
                  </a:lnTo>
                  <a:cubicBezTo>
                    <a:pt x="621233" y="286209"/>
                    <a:pt x="429764" y="433957"/>
                    <a:pt x="274453" y="607845"/>
                  </a:cubicBezTo>
                  <a:cubicBezTo>
                    <a:pt x="196565" y="694822"/>
                    <a:pt x="127434" y="788301"/>
                    <a:pt x="67351" y="886581"/>
                  </a:cubicBezTo>
                  <a:lnTo>
                    <a:pt x="0" y="1008513"/>
                  </a:lnTo>
                  <a:lnTo>
                    <a:pt x="0" y="778734"/>
                  </a:lnTo>
                  <a:lnTo>
                    <a:pt x="59674" y="698933"/>
                  </a:lnTo>
                  <a:cubicBezTo>
                    <a:pt x="411948" y="272073"/>
                    <a:pt x="945071" y="0"/>
                    <a:pt x="1541758"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64" name="Group 163">
            <a:extLst>
              <a:ext uri="{FF2B5EF4-FFF2-40B4-BE49-F238E27FC236}">
                <a16:creationId xmlns:a16="http://schemas.microsoft.com/office/drawing/2014/main" id="{05F16C50-F398-4082-942C-098B046B43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13756" y="2598821"/>
            <a:ext cx="3339065" cy="3401889"/>
            <a:chOff x="3224685" y="2598821"/>
            <a:chExt cx="3339065" cy="3401889"/>
          </a:xfrm>
        </p:grpSpPr>
        <p:sp>
          <p:nvSpPr>
            <p:cNvPr id="165" name="Freeform: Shape 164">
              <a:extLst>
                <a:ext uri="{FF2B5EF4-FFF2-40B4-BE49-F238E27FC236}">
                  <a16:creationId xmlns:a16="http://schemas.microsoft.com/office/drawing/2014/main" id="{16DC8D47-7123-4497-B7D1-7690338442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42294" y="2705797"/>
              <a:ext cx="3254181" cy="3187937"/>
            </a:xfrm>
            <a:custGeom>
              <a:avLst/>
              <a:gdLst>
                <a:gd name="connsiteX0" fmla="*/ 3016472 w 5391150"/>
                <a:gd name="connsiteY0" fmla="*/ 571500 h 5123497"/>
                <a:gd name="connsiteX1" fmla="*/ 3774758 w 5391150"/>
                <a:gd name="connsiteY1" fmla="*/ 729234 h 5123497"/>
                <a:gd name="connsiteX2" fmla="*/ 4324255 w 5391150"/>
                <a:gd name="connsiteY2" fmla="*/ 1153573 h 5123497"/>
                <a:gd name="connsiteX3" fmla="*/ 4819650 w 5391150"/>
                <a:gd name="connsiteY3" fmla="*/ 2684336 h 5123497"/>
                <a:gd name="connsiteX4" fmla="*/ 4609719 w 5391150"/>
                <a:gd name="connsiteY4" fmla="*/ 3278029 h 5123497"/>
                <a:gd name="connsiteX5" fmla="*/ 3943350 w 5391150"/>
                <a:gd name="connsiteY5" fmla="*/ 3869912 h 5123497"/>
                <a:gd name="connsiteX6" fmla="*/ 3792760 w 5391150"/>
                <a:gd name="connsiteY6" fmla="*/ 3986594 h 5123497"/>
                <a:gd name="connsiteX7" fmla="*/ 3182779 w 5391150"/>
                <a:gd name="connsiteY7" fmla="*/ 4406551 h 5123497"/>
                <a:gd name="connsiteX8" fmla="*/ 2617946 w 5391150"/>
                <a:gd name="connsiteY8" fmla="*/ 4551998 h 5123497"/>
                <a:gd name="connsiteX9" fmla="*/ 1739837 w 5391150"/>
                <a:gd name="connsiteY9" fmla="*/ 4323588 h 5123497"/>
                <a:gd name="connsiteX10" fmla="*/ 1071944 w 5391150"/>
                <a:gd name="connsiteY10" fmla="*/ 3641789 h 5123497"/>
                <a:gd name="connsiteX11" fmla="*/ 896874 w 5391150"/>
                <a:gd name="connsiteY11" fmla="*/ 3395567 h 5123497"/>
                <a:gd name="connsiteX12" fmla="*/ 571500 w 5391150"/>
                <a:gd name="connsiteY12" fmla="*/ 2684336 h 5123497"/>
                <a:gd name="connsiteX13" fmla="*/ 768572 w 5391150"/>
                <a:gd name="connsiteY13" fmla="*/ 1901571 h 5123497"/>
                <a:gd name="connsiteX14" fmla="*/ 1318546 w 5391150"/>
                <a:gd name="connsiteY14" fmla="*/ 1220153 h 5123497"/>
                <a:gd name="connsiteX15" fmla="*/ 2118646 w 5391150"/>
                <a:gd name="connsiteY15" fmla="*/ 744284 h 5123497"/>
                <a:gd name="connsiteX16" fmla="*/ 3016472 w 5391150"/>
                <a:gd name="connsiteY16" fmla="*/ 571500 h 5123497"/>
                <a:gd name="connsiteX17" fmla="*/ 3016472 w 5391150"/>
                <a:gd name="connsiteY17" fmla="*/ 0 h 5123497"/>
                <a:gd name="connsiteX18" fmla="*/ 0 w 5391150"/>
                <a:gd name="connsiteY18" fmla="*/ 2684336 h 5123497"/>
                <a:gd name="connsiteX19" fmla="*/ 599027 w 5391150"/>
                <a:gd name="connsiteY19" fmla="*/ 3962591 h 5123497"/>
                <a:gd name="connsiteX20" fmla="*/ 2617946 w 5391150"/>
                <a:gd name="connsiteY20" fmla="*/ 5123498 h 5123497"/>
                <a:gd name="connsiteX21" fmla="*/ 4144709 w 5391150"/>
                <a:gd name="connsiteY21" fmla="*/ 4436840 h 5123497"/>
                <a:gd name="connsiteX22" fmla="*/ 5391150 w 5391150"/>
                <a:gd name="connsiteY22" fmla="*/ 2684336 h 5123497"/>
                <a:gd name="connsiteX23" fmla="*/ 3016472 w 5391150"/>
                <a:gd name="connsiteY23" fmla="*/ 0 h 5123497"/>
                <a:gd name="connsiteX24" fmla="*/ 3016472 w 5391150"/>
                <a:gd name="connsiteY24" fmla="*/ 0 h 5123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91150" h="5123497">
                  <a:moveTo>
                    <a:pt x="3016472" y="571500"/>
                  </a:moveTo>
                  <a:cubicBezTo>
                    <a:pt x="3294316" y="571500"/>
                    <a:pt x="3549491" y="624554"/>
                    <a:pt x="3774758" y="729234"/>
                  </a:cubicBezTo>
                  <a:cubicBezTo>
                    <a:pt x="3985165" y="826961"/>
                    <a:pt x="4169950" y="969740"/>
                    <a:pt x="4324255" y="1153573"/>
                  </a:cubicBezTo>
                  <a:cubicBezTo>
                    <a:pt x="4643723" y="1534287"/>
                    <a:pt x="4819650" y="2077974"/>
                    <a:pt x="4819650" y="2684336"/>
                  </a:cubicBezTo>
                  <a:cubicBezTo>
                    <a:pt x="4819650" y="2915317"/>
                    <a:pt x="4756881" y="3092863"/>
                    <a:pt x="4609719" y="3278029"/>
                  </a:cubicBezTo>
                  <a:cubicBezTo>
                    <a:pt x="4450080" y="3478911"/>
                    <a:pt x="4203954" y="3668840"/>
                    <a:pt x="3943350" y="3869912"/>
                  </a:cubicBezTo>
                  <a:cubicBezTo>
                    <a:pt x="3894296" y="3907727"/>
                    <a:pt x="3843623" y="3946875"/>
                    <a:pt x="3792760" y="3986594"/>
                  </a:cubicBezTo>
                  <a:cubicBezTo>
                    <a:pt x="3575876" y="4156043"/>
                    <a:pt x="3380328" y="4304634"/>
                    <a:pt x="3182779" y="4406551"/>
                  </a:cubicBezTo>
                  <a:cubicBezTo>
                    <a:pt x="2990374" y="4505802"/>
                    <a:pt x="2810923" y="4551998"/>
                    <a:pt x="2617946" y="4551998"/>
                  </a:cubicBezTo>
                  <a:cubicBezTo>
                    <a:pt x="2277904" y="4551998"/>
                    <a:pt x="1990630" y="4477322"/>
                    <a:pt x="1739837" y="4323588"/>
                  </a:cubicBezTo>
                  <a:cubicBezTo>
                    <a:pt x="1503236" y="4178618"/>
                    <a:pt x="1284827" y="3955542"/>
                    <a:pt x="1071944" y="3641789"/>
                  </a:cubicBezTo>
                  <a:cubicBezTo>
                    <a:pt x="1011746" y="3553111"/>
                    <a:pt x="953357" y="3473006"/>
                    <a:pt x="896874" y="3395567"/>
                  </a:cubicBezTo>
                  <a:cubicBezTo>
                    <a:pt x="671227" y="3086195"/>
                    <a:pt x="571500" y="2938653"/>
                    <a:pt x="571500" y="2684336"/>
                  </a:cubicBezTo>
                  <a:cubicBezTo>
                    <a:pt x="571500" y="2418207"/>
                    <a:pt x="637794" y="2154841"/>
                    <a:pt x="768572" y="1901571"/>
                  </a:cubicBezTo>
                  <a:cubicBezTo>
                    <a:pt x="895922" y="1654969"/>
                    <a:pt x="1086041" y="1419320"/>
                    <a:pt x="1318546" y="1220153"/>
                  </a:cubicBezTo>
                  <a:cubicBezTo>
                    <a:pt x="1551337" y="1020699"/>
                    <a:pt x="1828038" y="856107"/>
                    <a:pt x="2118646" y="744284"/>
                  </a:cubicBezTo>
                  <a:cubicBezTo>
                    <a:pt x="2412397" y="631222"/>
                    <a:pt x="2722912" y="571500"/>
                    <a:pt x="3016472" y="571500"/>
                  </a:cubicBezTo>
                  <a:moveTo>
                    <a:pt x="3016472" y="0"/>
                  </a:moveTo>
                  <a:cubicBezTo>
                    <a:pt x="1518952" y="0"/>
                    <a:pt x="0" y="1201769"/>
                    <a:pt x="0" y="2684336"/>
                  </a:cubicBezTo>
                  <a:cubicBezTo>
                    <a:pt x="0" y="3240310"/>
                    <a:pt x="308324" y="3534156"/>
                    <a:pt x="599027" y="3962591"/>
                  </a:cubicBezTo>
                  <a:cubicBezTo>
                    <a:pt x="1083469" y="4676680"/>
                    <a:pt x="1687544" y="5123498"/>
                    <a:pt x="2617946" y="5123498"/>
                  </a:cubicBezTo>
                  <a:cubicBezTo>
                    <a:pt x="3245358" y="5123498"/>
                    <a:pt x="3686651" y="4794790"/>
                    <a:pt x="4144709" y="4436840"/>
                  </a:cubicBezTo>
                  <a:cubicBezTo>
                    <a:pt x="4773549" y="3945446"/>
                    <a:pt x="5391150" y="3542157"/>
                    <a:pt x="5391150" y="2684336"/>
                  </a:cubicBezTo>
                  <a:cubicBezTo>
                    <a:pt x="5391150" y="1201769"/>
                    <a:pt x="4505230" y="0"/>
                    <a:pt x="3016472" y="0"/>
                  </a:cubicBezTo>
                  <a:lnTo>
                    <a:pt x="3016472" y="0"/>
                  </a:lnTo>
                  <a:close/>
                </a:path>
              </a:pathLst>
            </a:custGeom>
            <a:solidFill>
              <a:schemeClr val="bg1">
                <a:alpha val="20000"/>
              </a:schemeClr>
            </a:solid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6D9EAF00-1329-4886-AF49-52D59ECE4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24685" y="2705797"/>
              <a:ext cx="3271790" cy="3187937"/>
            </a:xfrm>
            <a:custGeom>
              <a:avLst/>
              <a:gdLst>
                <a:gd name="connsiteX0" fmla="*/ 3016472 w 5391150"/>
                <a:gd name="connsiteY0" fmla="*/ 476250 h 5123497"/>
                <a:gd name="connsiteX1" fmla="*/ 3814953 w 5391150"/>
                <a:gd name="connsiteY1" fmla="*/ 642842 h 5123497"/>
                <a:gd name="connsiteX2" fmla="*/ 4397312 w 5391150"/>
                <a:gd name="connsiteY2" fmla="*/ 1092327 h 5123497"/>
                <a:gd name="connsiteX3" fmla="*/ 4914900 w 5391150"/>
                <a:gd name="connsiteY3" fmla="*/ 2684336 h 5123497"/>
                <a:gd name="connsiteX4" fmla="*/ 4684300 w 5391150"/>
                <a:gd name="connsiteY4" fmla="*/ 3337275 h 5123497"/>
                <a:gd name="connsiteX5" fmla="*/ 4001548 w 5391150"/>
                <a:gd name="connsiteY5" fmla="*/ 3945255 h 5123497"/>
                <a:gd name="connsiteX6" fmla="*/ 3851434 w 5391150"/>
                <a:gd name="connsiteY6" fmla="*/ 4061555 h 5123497"/>
                <a:gd name="connsiteX7" fmla="*/ 2617946 w 5391150"/>
                <a:gd name="connsiteY7" fmla="*/ 4647248 h 5123497"/>
                <a:gd name="connsiteX8" fmla="*/ 993077 w 5391150"/>
                <a:gd name="connsiteY8" fmla="*/ 3695224 h 5123497"/>
                <a:gd name="connsiteX9" fmla="*/ 819912 w 5391150"/>
                <a:gd name="connsiteY9" fmla="*/ 3451670 h 5123497"/>
                <a:gd name="connsiteX10" fmla="*/ 476250 w 5391150"/>
                <a:gd name="connsiteY10" fmla="*/ 2684336 h 5123497"/>
                <a:gd name="connsiteX11" fmla="*/ 683895 w 5391150"/>
                <a:gd name="connsiteY11" fmla="*/ 1857947 h 5123497"/>
                <a:gd name="connsiteX12" fmla="*/ 1256538 w 5391150"/>
                <a:gd name="connsiteY12" fmla="*/ 1147858 h 5123497"/>
                <a:gd name="connsiteX13" fmla="*/ 2084451 w 5391150"/>
                <a:gd name="connsiteY13" fmla="*/ 655415 h 5123497"/>
                <a:gd name="connsiteX14" fmla="*/ 3016472 w 5391150"/>
                <a:gd name="connsiteY14" fmla="*/ 476250 h 5123497"/>
                <a:gd name="connsiteX15" fmla="*/ 3016472 w 5391150"/>
                <a:gd name="connsiteY15" fmla="*/ 0 h 5123497"/>
                <a:gd name="connsiteX16" fmla="*/ 0 w 5391150"/>
                <a:gd name="connsiteY16" fmla="*/ 2684336 h 5123497"/>
                <a:gd name="connsiteX17" fmla="*/ 599027 w 5391150"/>
                <a:gd name="connsiteY17" fmla="*/ 3962591 h 5123497"/>
                <a:gd name="connsiteX18" fmla="*/ 2617946 w 5391150"/>
                <a:gd name="connsiteY18" fmla="*/ 5123498 h 5123497"/>
                <a:gd name="connsiteX19" fmla="*/ 4144709 w 5391150"/>
                <a:gd name="connsiteY19" fmla="*/ 4436840 h 5123497"/>
                <a:gd name="connsiteX20" fmla="*/ 5391150 w 5391150"/>
                <a:gd name="connsiteY20" fmla="*/ 2684336 h 5123497"/>
                <a:gd name="connsiteX21" fmla="*/ 3016472 w 5391150"/>
                <a:gd name="connsiteY21" fmla="*/ 0 h 5123497"/>
                <a:gd name="connsiteX22" fmla="*/ 3016472 w 5391150"/>
                <a:gd name="connsiteY22" fmla="*/ 0 h 5123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391150" h="5123497">
                  <a:moveTo>
                    <a:pt x="3016472" y="476250"/>
                  </a:moveTo>
                  <a:cubicBezTo>
                    <a:pt x="3308318" y="476250"/>
                    <a:pt x="3576923" y="532352"/>
                    <a:pt x="3814953" y="642842"/>
                  </a:cubicBezTo>
                  <a:cubicBezTo>
                    <a:pt x="4038029" y="746474"/>
                    <a:pt x="4233958" y="897731"/>
                    <a:pt x="4397312" y="1092327"/>
                  </a:cubicBezTo>
                  <a:cubicBezTo>
                    <a:pt x="4731068" y="1490186"/>
                    <a:pt x="4914900" y="2055590"/>
                    <a:pt x="4914900" y="2684336"/>
                  </a:cubicBezTo>
                  <a:cubicBezTo>
                    <a:pt x="4914900" y="2935224"/>
                    <a:pt x="4843749" y="3136583"/>
                    <a:pt x="4684300" y="3337275"/>
                  </a:cubicBezTo>
                  <a:cubicBezTo>
                    <a:pt x="4517517" y="3547205"/>
                    <a:pt x="4266915" y="3740563"/>
                    <a:pt x="4001548" y="3945255"/>
                  </a:cubicBezTo>
                  <a:cubicBezTo>
                    <a:pt x="3952589" y="3982974"/>
                    <a:pt x="3902012" y="4022027"/>
                    <a:pt x="3851434" y="4061555"/>
                  </a:cubicBezTo>
                  <a:cubicBezTo>
                    <a:pt x="3398711" y="4415314"/>
                    <a:pt x="3068288" y="4647248"/>
                    <a:pt x="2617946" y="4647248"/>
                  </a:cubicBezTo>
                  <a:cubicBezTo>
                    <a:pt x="1931765" y="4647248"/>
                    <a:pt x="1445800" y="4362545"/>
                    <a:pt x="993077" y="3695224"/>
                  </a:cubicBezTo>
                  <a:cubicBezTo>
                    <a:pt x="933831" y="3607880"/>
                    <a:pt x="875919" y="3528441"/>
                    <a:pt x="819912" y="3451670"/>
                  </a:cubicBezTo>
                  <a:cubicBezTo>
                    <a:pt x="587788" y="3133439"/>
                    <a:pt x="476250" y="2967895"/>
                    <a:pt x="476250" y="2684336"/>
                  </a:cubicBezTo>
                  <a:cubicBezTo>
                    <a:pt x="476250" y="2402872"/>
                    <a:pt x="546164" y="2124837"/>
                    <a:pt x="683895" y="1857947"/>
                  </a:cubicBezTo>
                  <a:cubicBezTo>
                    <a:pt x="818674" y="1596866"/>
                    <a:pt x="1011365" y="1357884"/>
                    <a:pt x="1256538" y="1147858"/>
                  </a:cubicBezTo>
                  <a:cubicBezTo>
                    <a:pt x="1497521" y="941356"/>
                    <a:pt x="1783747" y="771049"/>
                    <a:pt x="2084451" y="655415"/>
                  </a:cubicBezTo>
                  <a:cubicBezTo>
                    <a:pt x="2393347" y="536448"/>
                    <a:pt x="2707005" y="476250"/>
                    <a:pt x="3016472" y="476250"/>
                  </a:cubicBezTo>
                  <a:moveTo>
                    <a:pt x="3016472" y="0"/>
                  </a:moveTo>
                  <a:cubicBezTo>
                    <a:pt x="1518952" y="0"/>
                    <a:pt x="0" y="1201769"/>
                    <a:pt x="0" y="2684336"/>
                  </a:cubicBezTo>
                  <a:cubicBezTo>
                    <a:pt x="0" y="3240310"/>
                    <a:pt x="308324" y="3534156"/>
                    <a:pt x="599027" y="3962591"/>
                  </a:cubicBezTo>
                  <a:cubicBezTo>
                    <a:pt x="1083469" y="4676680"/>
                    <a:pt x="1687544" y="5123498"/>
                    <a:pt x="2617946" y="5123498"/>
                  </a:cubicBezTo>
                  <a:cubicBezTo>
                    <a:pt x="3245358" y="5123498"/>
                    <a:pt x="3686651" y="4794790"/>
                    <a:pt x="4144709" y="4436840"/>
                  </a:cubicBezTo>
                  <a:cubicBezTo>
                    <a:pt x="4773549" y="3945446"/>
                    <a:pt x="5391150" y="3542157"/>
                    <a:pt x="5391150" y="2684336"/>
                  </a:cubicBezTo>
                  <a:cubicBezTo>
                    <a:pt x="5391150" y="1201769"/>
                    <a:pt x="4505230" y="0"/>
                    <a:pt x="3016472" y="0"/>
                  </a:cubicBezTo>
                  <a:lnTo>
                    <a:pt x="3016472" y="0"/>
                  </a:lnTo>
                  <a:close/>
                </a:path>
              </a:pathLst>
            </a:custGeom>
            <a:solidFill>
              <a:schemeClr val="bg1">
                <a:alpha val="20000"/>
              </a:schemeClr>
            </a:solid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D86049FB-0264-4F59-9D62-6436901437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42295" y="2683818"/>
              <a:ext cx="3271790" cy="3231975"/>
            </a:xfrm>
            <a:custGeom>
              <a:avLst/>
              <a:gdLst>
                <a:gd name="connsiteX0" fmla="*/ 0 w 5419747"/>
                <a:gd name="connsiteY0" fmla="*/ 2700514 h 5194273"/>
                <a:gd name="connsiteX1" fmla="*/ 52864 w 5419747"/>
                <a:gd name="connsiteY1" fmla="*/ 2193498 h 5194273"/>
                <a:gd name="connsiteX2" fmla="*/ 211741 w 5419747"/>
                <a:gd name="connsiteY2" fmla="*/ 1707723 h 5194273"/>
                <a:gd name="connsiteX3" fmla="*/ 807434 w 5419747"/>
                <a:gd name="connsiteY3" fmla="*/ 882763 h 5194273"/>
                <a:gd name="connsiteX4" fmla="*/ 1202436 w 5419747"/>
                <a:gd name="connsiteY4" fmla="*/ 559580 h 5194273"/>
                <a:gd name="connsiteX5" fmla="*/ 1643920 w 5419747"/>
                <a:gd name="connsiteY5" fmla="*/ 302976 h 5194273"/>
                <a:gd name="connsiteX6" fmla="*/ 2623947 w 5419747"/>
                <a:gd name="connsiteY6" fmla="*/ 19989 h 5194273"/>
                <a:gd name="connsiteX7" fmla="*/ 3136868 w 5419747"/>
                <a:gd name="connsiteY7" fmla="*/ 5034 h 5194273"/>
                <a:gd name="connsiteX8" fmla="*/ 3645408 w 5419747"/>
                <a:gd name="connsiteY8" fmla="*/ 83997 h 5194273"/>
                <a:gd name="connsiteX9" fmla="*/ 4129278 w 5419747"/>
                <a:gd name="connsiteY9" fmla="*/ 267258 h 5194273"/>
                <a:gd name="connsiteX10" fmla="*/ 4557998 w 5419747"/>
                <a:gd name="connsiteY10" fmla="*/ 558627 h 5194273"/>
                <a:gd name="connsiteX11" fmla="*/ 4900803 w 5419747"/>
                <a:gd name="connsiteY11" fmla="*/ 944676 h 5194273"/>
                <a:gd name="connsiteX12" fmla="*/ 4937760 w 5419747"/>
                <a:gd name="connsiteY12" fmla="*/ 997444 h 5194273"/>
                <a:gd name="connsiteX13" fmla="*/ 4973193 w 5419747"/>
                <a:gd name="connsiteY13" fmla="*/ 1051165 h 5194273"/>
                <a:gd name="connsiteX14" fmla="*/ 5007578 w 5419747"/>
                <a:gd name="connsiteY14" fmla="*/ 1105458 h 5194273"/>
                <a:gd name="connsiteX15" fmla="*/ 5040726 w 5419747"/>
                <a:gd name="connsiteY15" fmla="*/ 1160512 h 5194273"/>
                <a:gd name="connsiteX16" fmla="*/ 5161788 w 5419747"/>
                <a:gd name="connsiteY16" fmla="*/ 1387017 h 5194273"/>
                <a:gd name="connsiteX17" fmla="*/ 5327523 w 5419747"/>
                <a:gd name="connsiteY17" fmla="*/ 1870887 h 5194273"/>
                <a:gd name="connsiteX18" fmla="*/ 5366385 w 5419747"/>
                <a:gd name="connsiteY18" fmla="*/ 2122632 h 5194273"/>
                <a:gd name="connsiteX19" fmla="*/ 5391626 w 5419747"/>
                <a:gd name="connsiteY19" fmla="*/ 2374569 h 5194273"/>
                <a:gd name="connsiteX20" fmla="*/ 5411724 w 5419747"/>
                <a:gd name="connsiteY20" fmla="*/ 2626505 h 5194273"/>
                <a:gd name="connsiteX21" fmla="*/ 5415820 w 5419747"/>
                <a:gd name="connsiteY21" fmla="*/ 2689656 h 5194273"/>
                <a:gd name="connsiteX22" fmla="*/ 5417630 w 5419747"/>
                <a:gd name="connsiteY22" fmla="*/ 2722136 h 5194273"/>
                <a:gd name="connsiteX23" fmla="*/ 5418963 w 5419747"/>
                <a:gd name="connsiteY23" fmla="*/ 2755188 h 5194273"/>
                <a:gd name="connsiteX24" fmla="*/ 5417153 w 5419747"/>
                <a:gd name="connsiteY24" fmla="*/ 2888347 h 5194273"/>
                <a:gd name="connsiteX25" fmla="*/ 5281517 w 5419747"/>
                <a:gd name="connsiteY25" fmla="*/ 3411365 h 5194273"/>
                <a:gd name="connsiteX26" fmla="*/ 4980052 w 5419747"/>
                <a:gd name="connsiteY26" fmla="*/ 3855516 h 5194273"/>
                <a:gd name="connsiteX27" fmla="*/ 4796314 w 5419747"/>
                <a:gd name="connsiteY27" fmla="*/ 4040682 h 5194273"/>
                <a:gd name="connsiteX28" fmla="*/ 4604766 w 5419747"/>
                <a:gd name="connsiteY28" fmla="*/ 4208989 h 5194273"/>
                <a:gd name="connsiteX29" fmla="*/ 4215670 w 5419747"/>
                <a:gd name="connsiteY29" fmla="*/ 4512265 h 5194273"/>
                <a:gd name="connsiteX30" fmla="*/ 4117753 w 5419747"/>
                <a:gd name="connsiteY30" fmla="*/ 4586274 h 5194273"/>
                <a:gd name="connsiteX31" fmla="*/ 4017169 w 5419747"/>
                <a:gd name="connsiteY31" fmla="*/ 4660759 h 5194273"/>
                <a:gd name="connsiteX32" fmla="*/ 3914108 w 5419747"/>
                <a:gd name="connsiteY32" fmla="*/ 4734292 h 5194273"/>
                <a:gd name="connsiteX33" fmla="*/ 3807809 w 5419747"/>
                <a:gd name="connsiteY33" fmla="*/ 4805730 h 5194273"/>
                <a:gd name="connsiteX34" fmla="*/ 3584639 w 5419747"/>
                <a:gd name="connsiteY34" fmla="*/ 4939842 h 5194273"/>
                <a:gd name="connsiteX35" fmla="*/ 3344609 w 5419747"/>
                <a:gd name="connsiteY35" fmla="*/ 5053856 h 5194273"/>
                <a:gd name="connsiteX36" fmla="*/ 2822258 w 5419747"/>
                <a:gd name="connsiteY36" fmla="*/ 5185015 h 5194273"/>
                <a:gd name="connsiteX37" fmla="*/ 2687765 w 5419747"/>
                <a:gd name="connsiteY37" fmla="*/ 5193493 h 5194273"/>
                <a:gd name="connsiteX38" fmla="*/ 2654141 w 5419747"/>
                <a:gd name="connsiteY38" fmla="*/ 5194254 h 5194273"/>
                <a:gd name="connsiteX39" fmla="*/ 2620613 w 5419747"/>
                <a:gd name="connsiteY39" fmla="*/ 5194064 h 5194273"/>
                <a:gd name="connsiteX40" fmla="*/ 2587181 w 5419747"/>
                <a:gd name="connsiteY40" fmla="*/ 5193683 h 5194273"/>
                <a:gd name="connsiteX41" fmla="*/ 2554700 w 5419747"/>
                <a:gd name="connsiteY41" fmla="*/ 5192445 h 5194273"/>
                <a:gd name="connsiteX42" fmla="*/ 2295239 w 5419747"/>
                <a:gd name="connsiteY42" fmla="*/ 5171776 h 5194273"/>
                <a:gd name="connsiteX43" fmla="*/ 2037398 w 5419747"/>
                <a:gd name="connsiteY43" fmla="*/ 5126246 h 5194273"/>
                <a:gd name="connsiteX44" fmla="*/ 1784128 w 5419747"/>
                <a:gd name="connsiteY44" fmla="*/ 5054904 h 5194273"/>
                <a:gd name="connsiteX45" fmla="*/ 1299305 w 5419747"/>
                <a:gd name="connsiteY45" fmla="*/ 4840401 h 5194273"/>
                <a:gd name="connsiteX46" fmla="*/ 890683 w 5419747"/>
                <a:gd name="connsiteY46" fmla="*/ 4506454 h 5194273"/>
                <a:gd name="connsiteX47" fmla="*/ 725043 w 5419747"/>
                <a:gd name="connsiteY47" fmla="*/ 4305477 h 5194273"/>
                <a:gd name="connsiteX48" fmla="*/ 580358 w 5419747"/>
                <a:gd name="connsiteY48" fmla="*/ 4092688 h 5194273"/>
                <a:gd name="connsiteX49" fmla="*/ 546545 w 5419747"/>
                <a:gd name="connsiteY49" fmla="*/ 4038491 h 5194273"/>
                <a:gd name="connsiteX50" fmla="*/ 514255 w 5419747"/>
                <a:gd name="connsiteY50" fmla="*/ 3985913 h 5194273"/>
                <a:gd name="connsiteX51" fmla="*/ 450533 w 5419747"/>
                <a:gd name="connsiteY51" fmla="*/ 3883995 h 5194273"/>
                <a:gd name="connsiteX52" fmla="*/ 318516 w 5419747"/>
                <a:gd name="connsiteY52" fmla="*/ 3675779 h 5194273"/>
                <a:gd name="connsiteX53" fmla="*/ 189643 w 5419747"/>
                <a:gd name="connsiteY53" fmla="*/ 3455656 h 5194273"/>
                <a:gd name="connsiteX54" fmla="*/ 131540 w 5419747"/>
                <a:gd name="connsiteY54" fmla="*/ 3338975 h 5194273"/>
                <a:gd name="connsiteX55" fmla="*/ 82201 w 5419747"/>
                <a:gd name="connsiteY55" fmla="*/ 3216864 h 5194273"/>
                <a:gd name="connsiteX56" fmla="*/ 44387 w 5419747"/>
                <a:gd name="connsiteY56" fmla="*/ 3090182 h 5194273"/>
                <a:gd name="connsiteX57" fmla="*/ 30289 w 5419747"/>
                <a:gd name="connsiteY57" fmla="*/ 3025602 h 5194273"/>
                <a:gd name="connsiteX58" fmla="*/ 24098 w 5419747"/>
                <a:gd name="connsiteY58" fmla="*/ 2993217 h 5194273"/>
                <a:gd name="connsiteX59" fmla="*/ 18955 w 5419747"/>
                <a:gd name="connsiteY59" fmla="*/ 2960737 h 5194273"/>
                <a:gd name="connsiteX60" fmla="*/ 0 w 5419747"/>
                <a:gd name="connsiteY60" fmla="*/ 2700514 h 5194273"/>
                <a:gd name="connsiteX61" fmla="*/ 155162 w 5419747"/>
                <a:gd name="connsiteY61" fmla="*/ 2700514 h 5194273"/>
                <a:gd name="connsiteX62" fmla="*/ 181642 w 5419747"/>
                <a:gd name="connsiteY62" fmla="*/ 2929305 h 5194273"/>
                <a:gd name="connsiteX63" fmla="*/ 259842 w 5419747"/>
                <a:gd name="connsiteY63" fmla="*/ 3143331 h 5194273"/>
                <a:gd name="connsiteX64" fmla="*/ 314420 w 5419747"/>
                <a:gd name="connsiteY64" fmla="*/ 3244106 h 5194273"/>
                <a:gd name="connsiteX65" fmla="*/ 377095 w 5419747"/>
                <a:gd name="connsiteY65" fmla="*/ 3341642 h 5194273"/>
                <a:gd name="connsiteX66" fmla="*/ 521875 w 5419747"/>
                <a:gd name="connsiteY66" fmla="*/ 3530142 h 5194273"/>
                <a:gd name="connsiteX67" fmla="*/ 678561 w 5419747"/>
                <a:gd name="connsiteY67" fmla="*/ 3720070 h 5194273"/>
                <a:gd name="connsiteX68" fmla="*/ 756476 w 5419747"/>
                <a:gd name="connsiteY68" fmla="*/ 3819225 h 5194273"/>
                <a:gd name="connsiteX69" fmla="*/ 793909 w 5419747"/>
                <a:gd name="connsiteY69" fmla="*/ 3867898 h 5194273"/>
                <a:gd name="connsiteX70" fmla="*/ 830580 w 5419747"/>
                <a:gd name="connsiteY70" fmla="*/ 3914475 h 5194273"/>
                <a:gd name="connsiteX71" fmla="*/ 1145667 w 5419747"/>
                <a:gd name="connsiteY71" fmla="*/ 4258709 h 5194273"/>
                <a:gd name="connsiteX72" fmla="*/ 1313212 w 5419747"/>
                <a:gd name="connsiteY72" fmla="*/ 4413585 h 5194273"/>
                <a:gd name="connsiteX73" fmla="*/ 1488662 w 5419747"/>
                <a:gd name="connsiteY73" fmla="*/ 4556365 h 5194273"/>
                <a:gd name="connsiteX74" fmla="*/ 1880616 w 5419747"/>
                <a:gd name="connsiteY74" fmla="*/ 4782203 h 5194273"/>
                <a:gd name="connsiteX75" fmla="*/ 2099882 w 5419747"/>
                <a:gd name="connsiteY75" fmla="*/ 4846020 h 5194273"/>
                <a:gd name="connsiteX76" fmla="*/ 2156079 w 5419747"/>
                <a:gd name="connsiteY76" fmla="*/ 4857260 h 5194273"/>
                <a:gd name="connsiteX77" fmla="*/ 2212753 w 5419747"/>
                <a:gd name="connsiteY77" fmla="*/ 4866690 h 5194273"/>
                <a:gd name="connsiteX78" fmla="*/ 2327148 w 5419747"/>
                <a:gd name="connsiteY78" fmla="*/ 4880215 h 5194273"/>
                <a:gd name="connsiteX79" fmla="*/ 2384679 w 5419747"/>
                <a:gd name="connsiteY79" fmla="*/ 4884597 h 5194273"/>
                <a:gd name="connsiteX80" fmla="*/ 2442401 w 5419747"/>
                <a:gd name="connsiteY80" fmla="*/ 4887645 h 5194273"/>
                <a:gd name="connsiteX81" fmla="*/ 2500313 w 5419747"/>
                <a:gd name="connsiteY81" fmla="*/ 4888978 h 5194273"/>
                <a:gd name="connsiteX82" fmla="*/ 2558320 w 5419747"/>
                <a:gd name="connsiteY82" fmla="*/ 4888693 h 5194273"/>
                <a:gd name="connsiteX83" fmla="*/ 2587371 w 5419747"/>
                <a:gd name="connsiteY83" fmla="*/ 4888407 h 5194273"/>
                <a:gd name="connsiteX84" fmla="*/ 2615374 w 5419747"/>
                <a:gd name="connsiteY84" fmla="*/ 4887168 h 5194273"/>
                <a:gd name="connsiteX85" fmla="*/ 2643283 w 5419747"/>
                <a:gd name="connsiteY85" fmla="*/ 4885740 h 5194273"/>
                <a:gd name="connsiteX86" fmla="*/ 2671096 w 5419747"/>
                <a:gd name="connsiteY86" fmla="*/ 4883454 h 5194273"/>
                <a:gd name="connsiteX87" fmla="*/ 2781395 w 5419747"/>
                <a:gd name="connsiteY87" fmla="*/ 4869833 h 5194273"/>
                <a:gd name="connsiteX88" fmla="*/ 3201543 w 5419747"/>
                <a:gd name="connsiteY88" fmla="*/ 4731911 h 5194273"/>
                <a:gd name="connsiteX89" fmla="*/ 3589687 w 5419747"/>
                <a:gd name="connsiteY89" fmla="*/ 4490071 h 5194273"/>
                <a:gd name="connsiteX90" fmla="*/ 3683794 w 5419747"/>
                <a:gd name="connsiteY90" fmla="*/ 4419015 h 5194273"/>
                <a:gd name="connsiteX91" fmla="*/ 3777901 w 5419747"/>
                <a:gd name="connsiteY91" fmla="*/ 4345577 h 5194273"/>
                <a:gd name="connsiteX92" fmla="*/ 3968496 w 5419747"/>
                <a:gd name="connsiteY92" fmla="*/ 4193177 h 5194273"/>
                <a:gd name="connsiteX93" fmla="*/ 4360259 w 5419747"/>
                <a:gd name="connsiteY93" fmla="*/ 3898188 h 5194273"/>
                <a:gd name="connsiteX94" fmla="*/ 4725257 w 5419747"/>
                <a:gd name="connsiteY94" fmla="*/ 3604818 h 5194273"/>
                <a:gd name="connsiteX95" fmla="*/ 5017103 w 5419747"/>
                <a:gd name="connsiteY95" fmla="*/ 3268585 h 5194273"/>
                <a:gd name="connsiteX96" fmla="*/ 5116544 w 5419747"/>
                <a:gd name="connsiteY96" fmla="*/ 3073132 h 5194273"/>
                <a:gd name="connsiteX97" fmla="*/ 5177124 w 5419747"/>
                <a:gd name="connsiteY97" fmla="*/ 2859582 h 5194273"/>
                <a:gd name="connsiteX98" fmla="*/ 5193887 w 5419747"/>
                <a:gd name="connsiteY98" fmla="*/ 2747568 h 5194273"/>
                <a:gd name="connsiteX99" fmla="*/ 5196650 w 5419747"/>
                <a:gd name="connsiteY99" fmla="*/ 2719183 h 5194273"/>
                <a:gd name="connsiteX100" fmla="*/ 5198745 w 5419747"/>
                <a:gd name="connsiteY100" fmla="*/ 2690227 h 5194273"/>
                <a:gd name="connsiteX101" fmla="*/ 5201793 w 5419747"/>
                <a:gd name="connsiteY101" fmla="*/ 2630410 h 5194273"/>
                <a:gd name="connsiteX102" fmla="*/ 5196555 w 5419747"/>
                <a:gd name="connsiteY102" fmla="*/ 2391238 h 5194273"/>
                <a:gd name="connsiteX103" fmla="*/ 5162931 w 5419747"/>
                <a:gd name="connsiteY103" fmla="*/ 2155017 h 5194273"/>
                <a:gd name="connsiteX104" fmla="*/ 5105876 w 5419747"/>
                <a:gd name="connsiteY104" fmla="*/ 1924512 h 5194273"/>
                <a:gd name="connsiteX105" fmla="*/ 4958525 w 5419747"/>
                <a:gd name="connsiteY105" fmla="*/ 1477314 h 5194273"/>
                <a:gd name="connsiteX106" fmla="*/ 4858131 w 5419747"/>
                <a:gd name="connsiteY106" fmla="*/ 1265001 h 5194273"/>
                <a:gd name="connsiteX107" fmla="*/ 4828890 w 5419747"/>
                <a:gd name="connsiteY107" fmla="*/ 1214138 h 5194273"/>
                <a:gd name="connsiteX108" fmla="*/ 4798124 w 5419747"/>
                <a:gd name="connsiteY108" fmla="*/ 1164227 h 5194273"/>
                <a:gd name="connsiteX109" fmla="*/ 4765548 w 5419747"/>
                <a:gd name="connsiteY109" fmla="*/ 1115459 h 5194273"/>
                <a:gd name="connsiteX110" fmla="*/ 4731544 w 5419747"/>
                <a:gd name="connsiteY110" fmla="*/ 1067739 h 5194273"/>
                <a:gd name="connsiteX111" fmla="*/ 4409599 w 5419747"/>
                <a:gd name="connsiteY111" fmla="*/ 731792 h 5194273"/>
                <a:gd name="connsiteX112" fmla="*/ 4022027 w 5419747"/>
                <a:gd name="connsiteY112" fmla="*/ 478617 h 5194273"/>
                <a:gd name="connsiteX113" fmla="*/ 3585877 w 5419747"/>
                <a:gd name="connsiteY113" fmla="*/ 319645 h 5194273"/>
                <a:gd name="connsiteX114" fmla="*/ 3123057 w 5419747"/>
                <a:gd name="connsiteY114" fmla="*/ 253732 h 5194273"/>
                <a:gd name="connsiteX115" fmla="*/ 2654046 w 5419747"/>
                <a:gd name="connsiteY115" fmla="*/ 270496 h 5194273"/>
                <a:gd name="connsiteX116" fmla="*/ 2193703 w 5419747"/>
                <a:gd name="connsiteY116" fmla="*/ 367270 h 5194273"/>
                <a:gd name="connsiteX117" fmla="*/ 1753362 w 5419747"/>
                <a:gd name="connsiteY117" fmla="*/ 535672 h 5194273"/>
                <a:gd name="connsiteX118" fmla="*/ 966502 w 5419747"/>
                <a:gd name="connsiteY118" fmla="*/ 1053070 h 5194273"/>
                <a:gd name="connsiteX119" fmla="*/ 644843 w 5419747"/>
                <a:gd name="connsiteY119" fmla="*/ 1398351 h 5194273"/>
                <a:gd name="connsiteX120" fmla="*/ 390525 w 5419747"/>
                <a:gd name="connsiteY120" fmla="*/ 1794877 h 5194273"/>
                <a:gd name="connsiteX121" fmla="*/ 217932 w 5419747"/>
                <a:gd name="connsiteY121" fmla="*/ 2233218 h 5194273"/>
                <a:gd name="connsiteX122" fmla="*/ 155162 w 5419747"/>
                <a:gd name="connsiteY122" fmla="*/ 2700514 h 519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5419747" h="5194273">
                  <a:moveTo>
                    <a:pt x="0" y="2700514"/>
                  </a:moveTo>
                  <a:cubicBezTo>
                    <a:pt x="476" y="2530493"/>
                    <a:pt x="18193" y="2360472"/>
                    <a:pt x="52864" y="2193498"/>
                  </a:cubicBezTo>
                  <a:cubicBezTo>
                    <a:pt x="87440" y="2026620"/>
                    <a:pt x="140399" y="1862981"/>
                    <a:pt x="211741" y="1707723"/>
                  </a:cubicBezTo>
                  <a:cubicBezTo>
                    <a:pt x="355092" y="1397208"/>
                    <a:pt x="562832" y="1119364"/>
                    <a:pt x="807434" y="882763"/>
                  </a:cubicBezTo>
                  <a:cubicBezTo>
                    <a:pt x="930021" y="764463"/>
                    <a:pt x="1062514" y="656544"/>
                    <a:pt x="1202436" y="559580"/>
                  </a:cubicBezTo>
                  <a:cubicBezTo>
                    <a:pt x="1342549" y="462711"/>
                    <a:pt x="1489996" y="376414"/>
                    <a:pt x="1643920" y="302976"/>
                  </a:cubicBezTo>
                  <a:cubicBezTo>
                    <a:pt x="1952149" y="157149"/>
                    <a:pt x="2284000" y="60756"/>
                    <a:pt x="2623947" y="19989"/>
                  </a:cubicBezTo>
                  <a:cubicBezTo>
                    <a:pt x="2793873" y="-109"/>
                    <a:pt x="2966276" y="-4967"/>
                    <a:pt x="3136868" y="5034"/>
                  </a:cubicBezTo>
                  <a:cubicBezTo>
                    <a:pt x="3307747" y="15417"/>
                    <a:pt x="3478530" y="40848"/>
                    <a:pt x="3645408" y="83997"/>
                  </a:cubicBezTo>
                  <a:cubicBezTo>
                    <a:pt x="3812286" y="127050"/>
                    <a:pt x="3975259" y="188010"/>
                    <a:pt x="4129278" y="267258"/>
                  </a:cubicBezTo>
                  <a:cubicBezTo>
                    <a:pt x="4283107" y="346506"/>
                    <a:pt x="4428744" y="443375"/>
                    <a:pt x="4557998" y="558627"/>
                  </a:cubicBezTo>
                  <a:cubicBezTo>
                    <a:pt x="4687348" y="673785"/>
                    <a:pt x="4801076" y="804944"/>
                    <a:pt x="4900803" y="944676"/>
                  </a:cubicBezTo>
                  <a:lnTo>
                    <a:pt x="4937760" y="997444"/>
                  </a:lnTo>
                  <a:lnTo>
                    <a:pt x="4973193" y="1051165"/>
                  </a:lnTo>
                  <a:cubicBezTo>
                    <a:pt x="4984623" y="1069263"/>
                    <a:pt x="4996339" y="1087265"/>
                    <a:pt x="5007578" y="1105458"/>
                  </a:cubicBezTo>
                  <a:lnTo>
                    <a:pt x="5040726" y="1160512"/>
                  </a:lnTo>
                  <a:cubicBezTo>
                    <a:pt x="5084064" y="1234426"/>
                    <a:pt x="5124926" y="1309769"/>
                    <a:pt x="5161788" y="1387017"/>
                  </a:cubicBezTo>
                  <a:cubicBezTo>
                    <a:pt x="5235702" y="1541512"/>
                    <a:pt x="5292661" y="1704104"/>
                    <a:pt x="5327523" y="1870887"/>
                  </a:cubicBezTo>
                  <a:cubicBezTo>
                    <a:pt x="5344859" y="1954326"/>
                    <a:pt x="5356955" y="2038431"/>
                    <a:pt x="5366385" y="2122632"/>
                  </a:cubicBezTo>
                  <a:cubicBezTo>
                    <a:pt x="5376005" y="2206738"/>
                    <a:pt x="5383720" y="2290749"/>
                    <a:pt x="5391626" y="2374569"/>
                  </a:cubicBezTo>
                  <a:cubicBezTo>
                    <a:pt x="5399152" y="2458484"/>
                    <a:pt x="5405819" y="2542399"/>
                    <a:pt x="5411724" y="2626505"/>
                  </a:cubicBezTo>
                  <a:lnTo>
                    <a:pt x="5415820" y="2689656"/>
                  </a:lnTo>
                  <a:cubicBezTo>
                    <a:pt x="5416582" y="2700038"/>
                    <a:pt x="5417058" y="2711182"/>
                    <a:pt x="5417630" y="2722136"/>
                  </a:cubicBezTo>
                  <a:cubicBezTo>
                    <a:pt x="5418202" y="2733090"/>
                    <a:pt x="5418773" y="2744139"/>
                    <a:pt x="5418963" y="2755188"/>
                  </a:cubicBezTo>
                  <a:cubicBezTo>
                    <a:pt x="5420392" y="2799289"/>
                    <a:pt x="5419916" y="2843770"/>
                    <a:pt x="5417153" y="2888347"/>
                  </a:cubicBezTo>
                  <a:cubicBezTo>
                    <a:pt x="5406867" y="3066750"/>
                    <a:pt x="5358956" y="3246487"/>
                    <a:pt x="5281517" y="3411365"/>
                  </a:cubicBezTo>
                  <a:cubicBezTo>
                    <a:pt x="5204270" y="3576719"/>
                    <a:pt x="5097780" y="3725118"/>
                    <a:pt x="4980052" y="3855516"/>
                  </a:cubicBezTo>
                  <a:cubicBezTo>
                    <a:pt x="4921186" y="3920952"/>
                    <a:pt x="4859369" y="3982293"/>
                    <a:pt x="4796314" y="4040682"/>
                  </a:cubicBezTo>
                  <a:cubicBezTo>
                    <a:pt x="4733258" y="4099070"/>
                    <a:pt x="4669346" y="4155267"/>
                    <a:pt x="4604766" y="4208989"/>
                  </a:cubicBezTo>
                  <a:cubicBezTo>
                    <a:pt x="4475893" y="4316907"/>
                    <a:pt x="4344162" y="4415300"/>
                    <a:pt x="4215670" y="4512265"/>
                  </a:cubicBezTo>
                  <a:lnTo>
                    <a:pt x="4117753" y="4586274"/>
                  </a:lnTo>
                  <a:cubicBezTo>
                    <a:pt x="4084606" y="4611134"/>
                    <a:pt x="4051173" y="4636185"/>
                    <a:pt x="4017169" y="4660759"/>
                  </a:cubicBezTo>
                  <a:cubicBezTo>
                    <a:pt x="3983260" y="4685429"/>
                    <a:pt x="3948970" y="4710003"/>
                    <a:pt x="3914108" y="4734292"/>
                  </a:cubicBezTo>
                  <a:cubicBezTo>
                    <a:pt x="3879152" y="4758390"/>
                    <a:pt x="3843909" y="4782298"/>
                    <a:pt x="3807809" y="4805730"/>
                  </a:cubicBezTo>
                  <a:cubicBezTo>
                    <a:pt x="3735991" y="4852688"/>
                    <a:pt x="3661886" y="4898218"/>
                    <a:pt x="3584639" y="4939842"/>
                  </a:cubicBezTo>
                  <a:cubicBezTo>
                    <a:pt x="3507486" y="4981656"/>
                    <a:pt x="3427666" y="5020518"/>
                    <a:pt x="3344609" y="5053856"/>
                  </a:cubicBezTo>
                  <a:cubicBezTo>
                    <a:pt x="3179255" y="5121484"/>
                    <a:pt x="3001613" y="5167108"/>
                    <a:pt x="2822258" y="5185015"/>
                  </a:cubicBezTo>
                  <a:cubicBezTo>
                    <a:pt x="2777395" y="5189302"/>
                    <a:pt x="2732532" y="5192540"/>
                    <a:pt x="2687765" y="5193493"/>
                  </a:cubicBezTo>
                  <a:lnTo>
                    <a:pt x="2654141" y="5194254"/>
                  </a:lnTo>
                  <a:cubicBezTo>
                    <a:pt x="2642997" y="5194350"/>
                    <a:pt x="2631758" y="5194064"/>
                    <a:pt x="2620613" y="5194064"/>
                  </a:cubicBezTo>
                  <a:lnTo>
                    <a:pt x="2587181" y="5193683"/>
                  </a:lnTo>
                  <a:lnTo>
                    <a:pt x="2554700" y="5192445"/>
                  </a:lnTo>
                  <a:cubicBezTo>
                    <a:pt x="2468213" y="5189683"/>
                    <a:pt x="2381536" y="5182824"/>
                    <a:pt x="2295239" y="5171776"/>
                  </a:cubicBezTo>
                  <a:cubicBezTo>
                    <a:pt x="2208848" y="5161298"/>
                    <a:pt x="2122646" y="5146249"/>
                    <a:pt x="2037398" y="5126246"/>
                  </a:cubicBezTo>
                  <a:cubicBezTo>
                    <a:pt x="1952244" y="5106053"/>
                    <a:pt x="1867757" y="5082146"/>
                    <a:pt x="1784128" y="5054904"/>
                  </a:cubicBezTo>
                  <a:cubicBezTo>
                    <a:pt x="1617155" y="4999945"/>
                    <a:pt x="1452086" y="4931555"/>
                    <a:pt x="1299305" y="4840401"/>
                  </a:cubicBezTo>
                  <a:cubicBezTo>
                    <a:pt x="1146429" y="4749437"/>
                    <a:pt x="1009936" y="4634089"/>
                    <a:pt x="890683" y="4506454"/>
                  </a:cubicBezTo>
                  <a:cubicBezTo>
                    <a:pt x="830771" y="4442732"/>
                    <a:pt x="776288" y="4374914"/>
                    <a:pt x="725043" y="4305477"/>
                  </a:cubicBezTo>
                  <a:cubicBezTo>
                    <a:pt x="674084" y="4235754"/>
                    <a:pt x="625602" y="4164983"/>
                    <a:pt x="580358" y="4092688"/>
                  </a:cubicBezTo>
                  <a:cubicBezTo>
                    <a:pt x="568738" y="4074781"/>
                    <a:pt x="557784" y="4056589"/>
                    <a:pt x="546545" y="4038491"/>
                  </a:cubicBezTo>
                  <a:lnTo>
                    <a:pt x="514255" y="3985913"/>
                  </a:lnTo>
                  <a:cubicBezTo>
                    <a:pt x="493586" y="3951909"/>
                    <a:pt x="472154" y="3918190"/>
                    <a:pt x="450533" y="3883995"/>
                  </a:cubicBezTo>
                  <a:lnTo>
                    <a:pt x="318516" y="3675779"/>
                  </a:lnTo>
                  <a:cubicBezTo>
                    <a:pt x="274225" y="3604818"/>
                    <a:pt x="230505" y="3531761"/>
                    <a:pt x="189643" y="3455656"/>
                  </a:cubicBezTo>
                  <a:cubicBezTo>
                    <a:pt x="169259" y="3417556"/>
                    <a:pt x="149543" y="3378789"/>
                    <a:pt x="131540" y="3338975"/>
                  </a:cubicBezTo>
                  <a:cubicBezTo>
                    <a:pt x="113633" y="3299065"/>
                    <a:pt x="96965" y="3258393"/>
                    <a:pt x="82201" y="3216864"/>
                  </a:cubicBezTo>
                  <a:cubicBezTo>
                    <a:pt x="67723" y="3175240"/>
                    <a:pt x="54864" y="3133044"/>
                    <a:pt x="44387" y="3090182"/>
                  </a:cubicBezTo>
                  <a:cubicBezTo>
                    <a:pt x="39434" y="3068751"/>
                    <a:pt x="34385" y="3047224"/>
                    <a:pt x="30289" y="3025602"/>
                  </a:cubicBezTo>
                  <a:lnTo>
                    <a:pt x="24098" y="2993217"/>
                  </a:lnTo>
                  <a:lnTo>
                    <a:pt x="18955" y="2960737"/>
                  </a:lnTo>
                  <a:cubicBezTo>
                    <a:pt x="5620" y="2874060"/>
                    <a:pt x="0" y="2786906"/>
                    <a:pt x="0" y="2700514"/>
                  </a:cubicBezTo>
                  <a:close/>
                  <a:moveTo>
                    <a:pt x="155162" y="2700514"/>
                  </a:moveTo>
                  <a:cubicBezTo>
                    <a:pt x="156019" y="2778048"/>
                    <a:pt x="163640" y="2855010"/>
                    <a:pt x="181642" y="2929305"/>
                  </a:cubicBezTo>
                  <a:cubicBezTo>
                    <a:pt x="199358" y="3003695"/>
                    <a:pt x="226886" y="3074847"/>
                    <a:pt x="259842" y="3143331"/>
                  </a:cubicBezTo>
                  <a:cubicBezTo>
                    <a:pt x="276511" y="3177526"/>
                    <a:pt x="294989" y="3211054"/>
                    <a:pt x="314420" y="3244106"/>
                  </a:cubicBezTo>
                  <a:cubicBezTo>
                    <a:pt x="334137" y="3277063"/>
                    <a:pt x="355187" y="3309543"/>
                    <a:pt x="377095" y="3341642"/>
                  </a:cubicBezTo>
                  <a:cubicBezTo>
                    <a:pt x="421481" y="3405650"/>
                    <a:pt x="470821" y="3467753"/>
                    <a:pt x="521875" y="3530142"/>
                  </a:cubicBezTo>
                  <a:cubicBezTo>
                    <a:pt x="572929" y="3592626"/>
                    <a:pt x="626269" y="3655110"/>
                    <a:pt x="678561" y="3720070"/>
                  </a:cubicBezTo>
                  <a:cubicBezTo>
                    <a:pt x="704755" y="3752455"/>
                    <a:pt x="730663" y="3785602"/>
                    <a:pt x="756476" y="3819225"/>
                  </a:cubicBezTo>
                  <a:lnTo>
                    <a:pt x="793909" y="3867898"/>
                  </a:lnTo>
                  <a:cubicBezTo>
                    <a:pt x="806196" y="3883424"/>
                    <a:pt x="817912" y="3899331"/>
                    <a:pt x="830580" y="3914475"/>
                  </a:cubicBezTo>
                  <a:cubicBezTo>
                    <a:pt x="929450" y="4037729"/>
                    <a:pt x="1036701" y="4151172"/>
                    <a:pt x="1145667" y="4258709"/>
                  </a:cubicBezTo>
                  <a:cubicBezTo>
                    <a:pt x="1200436" y="4312240"/>
                    <a:pt x="1256157" y="4363960"/>
                    <a:pt x="1313212" y="4413585"/>
                  </a:cubicBezTo>
                  <a:cubicBezTo>
                    <a:pt x="1370267" y="4463211"/>
                    <a:pt x="1428369" y="4511217"/>
                    <a:pt x="1488662" y="4556365"/>
                  </a:cubicBezTo>
                  <a:cubicBezTo>
                    <a:pt x="1608773" y="4646853"/>
                    <a:pt x="1738313" y="4727720"/>
                    <a:pt x="1880616" y="4782203"/>
                  </a:cubicBezTo>
                  <a:cubicBezTo>
                    <a:pt x="1951577" y="4809445"/>
                    <a:pt x="2025110" y="4830304"/>
                    <a:pt x="2099882" y="4846020"/>
                  </a:cubicBezTo>
                  <a:cubicBezTo>
                    <a:pt x="2118646" y="4849735"/>
                    <a:pt x="2137220" y="4854022"/>
                    <a:pt x="2156079" y="4857260"/>
                  </a:cubicBezTo>
                  <a:lnTo>
                    <a:pt x="2212753" y="4866690"/>
                  </a:lnTo>
                  <a:cubicBezTo>
                    <a:pt x="2250758" y="4871738"/>
                    <a:pt x="2288762" y="4877072"/>
                    <a:pt x="2327148" y="4880215"/>
                  </a:cubicBezTo>
                  <a:cubicBezTo>
                    <a:pt x="2346293" y="4882025"/>
                    <a:pt x="2365439" y="4883740"/>
                    <a:pt x="2384679" y="4884597"/>
                  </a:cubicBezTo>
                  <a:cubicBezTo>
                    <a:pt x="2403920" y="4885549"/>
                    <a:pt x="2423065" y="4887073"/>
                    <a:pt x="2442401" y="4887645"/>
                  </a:cubicBezTo>
                  <a:lnTo>
                    <a:pt x="2500313" y="4888978"/>
                  </a:lnTo>
                  <a:cubicBezTo>
                    <a:pt x="2519553" y="4889454"/>
                    <a:pt x="2538984" y="4888788"/>
                    <a:pt x="2558320" y="4888693"/>
                  </a:cubicBezTo>
                  <a:lnTo>
                    <a:pt x="2587371" y="4888407"/>
                  </a:lnTo>
                  <a:cubicBezTo>
                    <a:pt x="2596801" y="4888121"/>
                    <a:pt x="2606040" y="4887549"/>
                    <a:pt x="2615374" y="4887168"/>
                  </a:cubicBezTo>
                  <a:cubicBezTo>
                    <a:pt x="2624709" y="4886692"/>
                    <a:pt x="2634044" y="4886406"/>
                    <a:pt x="2643283" y="4885740"/>
                  </a:cubicBezTo>
                  <a:lnTo>
                    <a:pt x="2671096" y="4883454"/>
                  </a:lnTo>
                  <a:cubicBezTo>
                    <a:pt x="2708148" y="4880501"/>
                    <a:pt x="2744915" y="4875548"/>
                    <a:pt x="2781395" y="4869833"/>
                  </a:cubicBezTo>
                  <a:cubicBezTo>
                    <a:pt x="2927414" y="4845640"/>
                    <a:pt x="3067812" y="4798300"/>
                    <a:pt x="3201543" y="4731911"/>
                  </a:cubicBezTo>
                  <a:cubicBezTo>
                    <a:pt x="3335750" y="4666284"/>
                    <a:pt x="3463481" y="4582273"/>
                    <a:pt x="3589687" y="4490071"/>
                  </a:cubicBezTo>
                  <a:cubicBezTo>
                    <a:pt x="3621215" y="4467116"/>
                    <a:pt x="3652552" y="4443208"/>
                    <a:pt x="3683794" y="4419015"/>
                  </a:cubicBezTo>
                  <a:cubicBezTo>
                    <a:pt x="3715226" y="4394917"/>
                    <a:pt x="3746564" y="4370437"/>
                    <a:pt x="3777901" y="4345577"/>
                  </a:cubicBezTo>
                  <a:lnTo>
                    <a:pt x="3968496" y="4193177"/>
                  </a:lnTo>
                  <a:cubicBezTo>
                    <a:pt x="4099274" y="4089450"/>
                    <a:pt x="4231291" y="3992866"/>
                    <a:pt x="4360259" y="3898188"/>
                  </a:cubicBezTo>
                  <a:cubicBezTo>
                    <a:pt x="4489133" y="3803509"/>
                    <a:pt x="4613148" y="3707878"/>
                    <a:pt x="4725257" y="3604818"/>
                  </a:cubicBezTo>
                  <a:cubicBezTo>
                    <a:pt x="4837367" y="3501948"/>
                    <a:pt x="4938617" y="3392315"/>
                    <a:pt x="5017103" y="3268585"/>
                  </a:cubicBezTo>
                  <a:cubicBezTo>
                    <a:pt x="5056346" y="3206768"/>
                    <a:pt x="5089874" y="3141617"/>
                    <a:pt x="5116544" y="3073132"/>
                  </a:cubicBezTo>
                  <a:cubicBezTo>
                    <a:pt x="5143405" y="3004743"/>
                    <a:pt x="5162741" y="2933115"/>
                    <a:pt x="5177124" y="2859582"/>
                  </a:cubicBezTo>
                  <a:cubicBezTo>
                    <a:pt x="5184268" y="2822815"/>
                    <a:pt x="5189982" y="2785382"/>
                    <a:pt x="5193887" y="2747568"/>
                  </a:cubicBezTo>
                  <a:cubicBezTo>
                    <a:pt x="5195030" y="2738138"/>
                    <a:pt x="5195792" y="2728613"/>
                    <a:pt x="5196650" y="2719183"/>
                  </a:cubicBezTo>
                  <a:cubicBezTo>
                    <a:pt x="5197411" y="2709658"/>
                    <a:pt x="5198364" y="2700324"/>
                    <a:pt x="5198745" y="2690227"/>
                  </a:cubicBezTo>
                  <a:lnTo>
                    <a:pt x="5201793" y="2630410"/>
                  </a:lnTo>
                  <a:cubicBezTo>
                    <a:pt x="5204555" y="2550591"/>
                    <a:pt x="5202841" y="2470676"/>
                    <a:pt x="5196555" y="2391238"/>
                  </a:cubicBezTo>
                  <a:cubicBezTo>
                    <a:pt x="5190458" y="2311704"/>
                    <a:pt x="5178743" y="2232837"/>
                    <a:pt x="5162931" y="2155017"/>
                  </a:cubicBezTo>
                  <a:cubicBezTo>
                    <a:pt x="5146929" y="2077198"/>
                    <a:pt x="5126927" y="2000427"/>
                    <a:pt x="5105876" y="1924512"/>
                  </a:cubicBezTo>
                  <a:cubicBezTo>
                    <a:pt x="5063871" y="1772589"/>
                    <a:pt x="5017485" y="1622665"/>
                    <a:pt x="4958525" y="1477314"/>
                  </a:cubicBezTo>
                  <a:cubicBezTo>
                    <a:pt x="4928997" y="1404733"/>
                    <a:pt x="4896041" y="1333486"/>
                    <a:pt x="4858131" y="1265001"/>
                  </a:cubicBezTo>
                  <a:cubicBezTo>
                    <a:pt x="4848892" y="1247761"/>
                    <a:pt x="4838700" y="1230997"/>
                    <a:pt x="4828890" y="1214138"/>
                  </a:cubicBezTo>
                  <a:cubicBezTo>
                    <a:pt x="4818793" y="1197374"/>
                    <a:pt x="4808315" y="1180896"/>
                    <a:pt x="4798124" y="1164227"/>
                  </a:cubicBezTo>
                  <a:lnTo>
                    <a:pt x="4765548" y="1115459"/>
                  </a:lnTo>
                  <a:lnTo>
                    <a:pt x="4731544" y="1067739"/>
                  </a:lnTo>
                  <a:cubicBezTo>
                    <a:pt x="4638485" y="942294"/>
                    <a:pt x="4529233" y="830090"/>
                    <a:pt x="4409599" y="731792"/>
                  </a:cubicBezTo>
                  <a:cubicBezTo>
                    <a:pt x="4290251" y="633208"/>
                    <a:pt x="4160615" y="547483"/>
                    <a:pt x="4022027" y="478617"/>
                  </a:cubicBezTo>
                  <a:cubicBezTo>
                    <a:pt x="3883533" y="409561"/>
                    <a:pt x="3736943" y="356602"/>
                    <a:pt x="3585877" y="319645"/>
                  </a:cubicBezTo>
                  <a:cubicBezTo>
                    <a:pt x="3434810" y="282593"/>
                    <a:pt x="3279553" y="261257"/>
                    <a:pt x="3123057" y="253732"/>
                  </a:cubicBezTo>
                  <a:cubicBezTo>
                    <a:pt x="2966276" y="245826"/>
                    <a:pt x="2809685" y="251065"/>
                    <a:pt x="2654046" y="270496"/>
                  </a:cubicBezTo>
                  <a:cubicBezTo>
                    <a:pt x="2498503" y="290022"/>
                    <a:pt x="2344388" y="322693"/>
                    <a:pt x="2193703" y="367270"/>
                  </a:cubicBezTo>
                  <a:cubicBezTo>
                    <a:pt x="2042922" y="411657"/>
                    <a:pt x="1895856" y="469092"/>
                    <a:pt x="1753362" y="535672"/>
                  </a:cubicBezTo>
                  <a:cubicBezTo>
                    <a:pt x="1467517" y="667403"/>
                    <a:pt x="1200626" y="842091"/>
                    <a:pt x="966502" y="1053070"/>
                  </a:cubicBezTo>
                  <a:cubicBezTo>
                    <a:pt x="849821" y="1158893"/>
                    <a:pt x="741712" y="1274336"/>
                    <a:pt x="644843" y="1398351"/>
                  </a:cubicBezTo>
                  <a:cubicBezTo>
                    <a:pt x="547783" y="1522176"/>
                    <a:pt x="462153" y="1654955"/>
                    <a:pt x="390525" y="1794877"/>
                  </a:cubicBezTo>
                  <a:cubicBezTo>
                    <a:pt x="318897" y="1934704"/>
                    <a:pt x="259271" y="2081103"/>
                    <a:pt x="217932" y="2233218"/>
                  </a:cubicBezTo>
                  <a:cubicBezTo>
                    <a:pt x="176594" y="2384951"/>
                    <a:pt x="155067" y="2542685"/>
                    <a:pt x="155162" y="2700514"/>
                  </a:cubicBezTo>
                  <a:close/>
                </a:path>
              </a:pathLst>
            </a:custGeom>
            <a:solidFill>
              <a:schemeClr val="bg1">
                <a:alpha val="30000"/>
              </a:schemeClr>
            </a:solidFill>
            <a:ln w="9525" cap="flat">
              <a:noFill/>
              <a:prstDash val="solid"/>
              <a:miter/>
            </a:ln>
          </p:spPr>
          <p:txBody>
            <a:bodyPr rtlCol="0" anchor="ctr"/>
            <a:lstStyle/>
            <a:p>
              <a:endParaRPr lang="en-US"/>
            </a:p>
          </p:txBody>
        </p:sp>
        <p:sp useBgFill="1">
          <p:nvSpPr>
            <p:cNvPr id="168" name="Freeform: Shape 167">
              <a:extLst>
                <a:ext uri="{FF2B5EF4-FFF2-40B4-BE49-F238E27FC236}">
                  <a16:creationId xmlns:a16="http://schemas.microsoft.com/office/drawing/2014/main" id="{1EBD7950-2F60-42E5-B00A-DB0131FA34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24685" y="2598821"/>
              <a:ext cx="3339065" cy="3401889"/>
            </a:xfrm>
            <a:custGeom>
              <a:avLst/>
              <a:gdLst>
                <a:gd name="connsiteX0" fmla="*/ 2733675 w 5467350"/>
                <a:gd name="connsiteY0" fmla="*/ 0 h 5467350"/>
                <a:gd name="connsiteX1" fmla="*/ 0 w 5467350"/>
                <a:gd name="connsiteY1" fmla="*/ 2733675 h 5467350"/>
                <a:gd name="connsiteX2" fmla="*/ 2733675 w 5467350"/>
                <a:gd name="connsiteY2" fmla="*/ 5467350 h 5467350"/>
                <a:gd name="connsiteX3" fmla="*/ 5467350 w 5467350"/>
                <a:gd name="connsiteY3" fmla="*/ 2733675 h 5467350"/>
                <a:gd name="connsiteX4" fmla="*/ 2733675 w 5467350"/>
                <a:gd name="connsiteY4" fmla="*/ 0 h 5467350"/>
                <a:gd name="connsiteX5" fmla="*/ 4922615 w 5467350"/>
                <a:gd name="connsiteY5" fmla="*/ 1317212 h 5467350"/>
                <a:gd name="connsiteX6" fmla="*/ 4979765 w 5467350"/>
                <a:gd name="connsiteY6" fmla="*/ 1430941 h 5467350"/>
                <a:gd name="connsiteX7" fmla="*/ 5031105 w 5467350"/>
                <a:gd name="connsiteY7" fmla="*/ 1547146 h 5467350"/>
                <a:gd name="connsiteX8" fmla="*/ 5185029 w 5467350"/>
                <a:gd name="connsiteY8" fmla="*/ 2031873 h 5467350"/>
                <a:gd name="connsiteX9" fmla="*/ 5261610 w 5467350"/>
                <a:gd name="connsiteY9" fmla="*/ 2535079 h 5467350"/>
                <a:gd name="connsiteX10" fmla="*/ 5274183 w 5467350"/>
                <a:gd name="connsiteY10" fmla="*/ 2789206 h 5467350"/>
                <a:gd name="connsiteX11" fmla="*/ 5274755 w 5467350"/>
                <a:gd name="connsiteY11" fmla="*/ 2834831 h 5467350"/>
                <a:gd name="connsiteX12" fmla="*/ 5274850 w 5467350"/>
                <a:gd name="connsiteY12" fmla="*/ 2853023 h 5467350"/>
                <a:gd name="connsiteX13" fmla="*/ 5274564 w 5467350"/>
                <a:gd name="connsiteY13" fmla="*/ 2910554 h 5467350"/>
                <a:gd name="connsiteX14" fmla="*/ 5274469 w 5467350"/>
                <a:gd name="connsiteY14" fmla="*/ 2915222 h 5467350"/>
                <a:gd name="connsiteX15" fmla="*/ 5267325 w 5467350"/>
                <a:gd name="connsiteY15" fmla="*/ 3035713 h 5467350"/>
                <a:gd name="connsiteX16" fmla="*/ 5141119 w 5467350"/>
                <a:gd name="connsiteY16" fmla="*/ 3487674 h 5467350"/>
                <a:gd name="connsiteX17" fmla="*/ 5020342 w 5467350"/>
                <a:gd name="connsiteY17" fmla="*/ 3689509 h 5467350"/>
                <a:gd name="connsiteX18" fmla="*/ 4867656 w 5467350"/>
                <a:gd name="connsiteY18" fmla="*/ 3874865 h 5467350"/>
                <a:gd name="connsiteX19" fmla="*/ 4498467 w 5467350"/>
                <a:gd name="connsiteY19" fmla="*/ 4210907 h 5467350"/>
                <a:gd name="connsiteX20" fmla="*/ 4260723 w 5467350"/>
                <a:gd name="connsiteY20" fmla="*/ 4398359 h 5467350"/>
                <a:gd name="connsiteX21" fmla="*/ 4088130 w 5467350"/>
                <a:gd name="connsiteY21" fmla="*/ 4533519 h 5467350"/>
                <a:gd name="connsiteX22" fmla="*/ 3985736 w 5467350"/>
                <a:gd name="connsiteY22" fmla="*/ 4615434 h 5467350"/>
                <a:gd name="connsiteX23" fmla="*/ 3885343 w 5467350"/>
                <a:gd name="connsiteY23" fmla="*/ 4693730 h 5467350"/>
                <a:gd name="connsiteX24" fmla="*/ 3681984 w 5467350"/>
                <a:gd name="connsiteY24" fmla="*/ 4841463 h 5467350"/>
                <a:gd name="connsiteX25" fmla="*/ 3473958 w 5467350"/>
                <a:gd name="connsiteY25" fmla="*/ 4971383 h 5467350"/>
                <a:gd name="connsiteX26" fmla="*/ 3259550 w 5467350"/>
                <a:gd name="connsiteY26" fmla="*/ 5077683 h 5467350"/>
                <a:gd name="connsiteX27" fmla="*/ 2808065 w 5467350"/>
                <a:gd name="connsiteY27" fmla="*/ 5199698 h 5467350"/>
                <a:gd name="connsiteX28" fmla="*/ 2691289 w 5467350"/>
                <a:gd name="connsiteY28" fmla="*/ 5209889 h 5467350"/>
                <a:gd name="connsiteX29" fmla="*/ 2661476 w 5467350"/>
                <a:gd name="connsiteY29" fmla="*/ 5211414 h 5467350"/>
                <a:gd name="connsiteX30" fmla="*/ 2631853 w 5467350"/>
                <a:gd name="connsiteY30" fmla="*/ 5212176 h 5467350"/>
                <a:gd name="connsiteX31" fmla="*/ 2631567 w 5467350"/>
                <a:gd name="connsiteY31" fmla="*/ 5212176 h 5467350"/>
                <a:gd name="connsiteX32" fmla="*/ 2631281 w 5467350"/>
                <a:gd name="connsiteY32" fmla="*/ 5212176 h 5467350"/>
                <a:gd name="connsiteX33" fmla="*/ 2599754 w 5467350"/>
                <a:gd name="connsiteY33" fmla="*/ 5212652 h 5467350"/>
                <a:gd name="connsiteX34" fmla="*/ 2583561 w 5467350"/>
                <a:gd name="connsiteY34" fmla="*/ 5212556 h 5467350"/>
                <a:gd name="connsiteX35" fmla="*/ 2571274 w 5467350"/>
                <a:gd name="connsiteY35" fmla="*/ 5212556 h 5467350"/>
                <a:gd name="connsiteX36" fmla="*/ 2326577 w 5467350"/>
                <a:gd name="connsiteY36" fmla="*/ 5201889 h 5467350"/>
                <a:gd name="connsiteX37" fmla="*/ 2208371 w 5467350"/>
                <a:gd name="connsiteY37" fmla="*/ 5188458 h 5467350"/>
                <a:gd name="connsiteX38" fmla="*/ 2090642 w 5467350"/>
                <a:gd name="connsiteY38" fmla="*/ 5168646 h 5467350"/>
                <a:gd name="connsiteX39" fmla="*/ 1858613 w 5467350"/>
                <a:gd name="connsiteY39" fmla="*/ 5108544 h 5467350"/>
                <a:gd name="connsiteX40" fmla="*/ 1636395 w 5467350"/>
                <a:gd name="connsiteY40" fmla="*/ 5021676 h 5467350"/>
                <a:gd name="connsiteX41" fmla="*/ 1636205 w 5467350"/>
                <a:gd name="connsiteY41" fmla="*/ 5021580 h 5467350"/>
                <a:gd name="connsiteX42" fmla="*/ 1636014 w 5467350"/>
                <a:gd name="connsiteY42" fmla="*/ 5021485 h 5467350"/>
                <a:gd name="connsiteX43" fmla="*/ 1425512 w 5467350"/>
                <a:gd name="connsiteY43" fmla="*/ 4906518 h 5467350"/>
                <a:gd name="connsiteX44" fmla="*/ 1043273 w 5467350"/>
                <a:gd name="connsiteY44" fmla="*/ 4599528 h 5467350"/>
                <a:gd name="connsiteX45" fmla="*/ 872395 w 5467350"/>
                <a:gd name="connsiteY45" fmla="*/ 4414933 h 5467350"/>
                <a:gd name="connsiteX46" fmla="*/ 797909 w 5467350"/>
                <a:gd name="connsiteY46" fmla="*/ 4324636 h 5467350"/>
                <a:gd name="connsiteX47" fmla="*/ 791623 w 5467350"/>
                <a:gd name="connsiteY47" fmla="*/ 4316825 h 5467350"/>
                <a:gd name="connsiteX48" fmla="*/ 779145 w 5467350"/>
                <a:gd name="connsiteY48" fmla="*/ 4300728 h 5467350"/>
                <a:gd name="connsiteX49" fmla="*/ 714470 w 5467350"/>
                <a:gd name="connsiteY49" fmla="*/ 4215480 h 5467350"/>
                <a:gd name="connsiteX50" fmla="*/ 714280 w 5467350"/>
                <a:gd name="connsiteY50" fmla="*/ 4215289 h 5467350"/>
                <a:gd name="connsiteX51" fmla="*/ 714089 w 5467350"/>
                <a:gd name="connsiteY51" fmla="*/ 4215098 h 5467350"/>
                <a:gd name="connsiteX52" fmla="*/ 677132 w 5467350"/>
                <a:gd name="connsiteY52" fmla="*/ 4164806 h 5467350"/>
                <a:gd name="connsiteX53" fmla="*/ 635889 w 5467350"/>
                <a:gd name="connsiteY53" fmla="*/ 4108799 h 5467350"/>
                <a:gd name="connsiteX54" fmla="*/ 555212 w 5467350"/>
                <a:gd name="connsiteY54" fmla="*/ 4003358 h 5467350"/>
                <a:gd name="connsiteX55" fmla="*/ 491395 w 5467350"/>
                <a:gd name="connsiteY55" fmla="*/ 3921538 h 5467350"/>
                <a:gd name="connsiteX56" fmla="*/ 394907 w 5467350"/>
                <a:gd name="connsiteY56" fmla="*/ 3796760 h 5467350"/>
                <a:gd name="connsiteX57" fmla="*/ 318421 w 5467350"/>
                <a:gd name="connsiteY57" fmla="*/ 3692938 h 5467350"/>
                <a:gd name="connsiteX58" fmla="*/ 247650 w 5467350"/>
                <a:gd name="connsiteY58" fmla="*/ 3587115 h 5467350"/>
                <a:gd name="connsiteX59" fmla="*/ 183833 w 5467350"/>
                <a:gd name="connsiteY59" fmla="*/ 3478054 h 5467350"/>
                <a:gd name="connsiteX60" fmla="*/ 183642 w 5467350"/>
                <a:gd name="connsiteY60" fmla="*/ 3477673 h 5467350"/>
                <a:gd name="connsiteX61" fmla="*/ 183452 w 5467350"/>
                <a:gd name="connsiteY61" fmla="*/ 3477292 h 5467350"/>
                <a:gd name="connsiteX62" fmla="*/ 161925 w 5467350"/>
                <a:gd name="connsiteY62" fmla="*/ 3435572 h 5467350"/>
                <a:gd name="connsiteX63" fmla="*/ 155067 w 5467350"/>
                <a:gd name="connsiteY63" fmla="*/ 3421761 h 5467350"/>
                <a:gd name="connsiteX64" fmla="*/ 147542 w 5467350"/>
                <a:gd name="connsiteY64" fmla="*/ 3405378 h 5467350"/>
                <a:gd name="connsiteX65" fmla="*/ 129540 w 5467350"/>
                <a:gd name="connsiteY65" fmla="*/ 3364992 h 5467350"/>
                <a:gd name="connsiteX66" fmla="*/ 129350 w 5467350"/>
                <a:gd name="connsiteY66" fmla="*/ 3364611 h 5467350"/>
                <a:gd name="connsiteX67" fmla="*/ 129159 w 5467350"/>
                <a:gd name="connsiteY67" fmla="*/ 3364230 h 5467350"/>
                <a:gd name="connsiteX68" fmla="*/ 54769 w 5467350"/>
                <a:gd name="connsiteY68" fmla="*/ 3125343 h 5467350"/>
                <a:gd name="connsiteX69" fmla="*/ 30385 w 5467350"/>
                <a:gd name="connsiteY69" fmla="*/ 2875407 h 5467350"/>
                <a:gd name="connsiteX70" fmla="*/ 89059 w 5467350"/>
                <a:gd name="connsiteY70" fmla="*/ 2368487 h 5467350"/>
                <a:gd name="connsiteX71" fmla="*/ 161544 w 5467350"/>
                <a:gd name="connsiteY71" fmla="*/ 2123885 h 5467350"/>
                <a:gd name="connsiteX72" fmla="*/ 161735 w 5467350"/>
                <a:gd name="connsiteY72" fmla="*/ 2123504 h 5467350"/>
                <a:gd name="connsiteX73" fmla="*/ 161830 w 5467350"/>
                <a:gd name="connsiteY73" fmla="*/ 2123123 h 5467350"/>
                <a:gd name="connsiteX74" fmla="*/ 175736 w 5467350"/>
                <a:gd name="connsiteY74" fmla="*/ 2085499 h 5467350"/>
                <a:gd name="connsiteX75" fmla="*/ 184118 w 5467350"/>
                <a:gd name="connsiteY75" fmla="*/ 2063496 h 5467350"/>
                <a:gd name="connsiteX76" fmla="*/ 205835 w 5467350"/>
                <a:gd name="connsiteY76" fmla="*/ 2009299 h 5467350"/>
                <a:gd name="connsiteX77" fmla="*/ 207740 w 5467350"/>
                <a:gd name="connsiteY77" fmla="*/ 2004727 h 5467350"/>
                <a:gd name="connsiteX78" fmla="*/ 220123 w 5467350"/>
                <a:gd name="connsiteY78" fmla="*/ 1975580 h 5467350"/>
                <a:gd name="connsiteX79" fmla="*/ 233267 w 5467350"/>
                <a:gd name="connsiteY79" fmla="*/ 1946529 h 5467350"/>
                <a:gd name="connsiteX80" fmla="*/ 260033 w 5467350"/>
                <a:gd name="connsiteY80" fmla="*/ 1889189 h 5467350"/>
                <a:gd name="connsiteX81" fmla="*/ 260128 w 5467350"/>
                <a:gd name="connsiteY81" fmla="*/ 1888903 h 5467350"/>
                <a:gd name="connsiteX82" fmla="*/ 260223 w 5467350"/>
                <a:gd name="connsiteY82" fmla="*/ 1888617 h 5467350"/>
                <a:gd name="connsiteX83" fmla="*/ 382238 w 5467350"/>
                <a:gd name="connsiteY83" fmla="*/ 1665446 h 5467350"/>
                <a:gd name="connsiteX84" fmla="*/ 525590 w 5467350"/>
                <a:gd name="connsiteY84" fmla="*/ 1456373 h 5467350"/>
                <a:gd name="connsiteX85" fmla="*/ 862394 w 5467350"/>
                <a:gd name="connsiteY85" fmla="*/ 1080611 h 5467350"/>
                <a:gd name="connsiteX86" fmla="*/ 1051465 w 5467350"/>
                <a:gd name="connsiteY86" fmla="*/ 914686 h 5467350"/>
                <a:gd name="connsiteX87" fmla="*/ 1100042 w 5467350"/>
                <a:gd name="connsiteY87" fmla="*/ 875919 h 5467350"/>
                <a:gd name="connsiteX88" fmla="*/ 1108424 w 5467350"/>
                <a:gd name="connsiteY88" fmla="*/ 869347 h 5467350"/>
                <a:gd name="connsiteX89" fmla="*/ 1149858 w 5467350"/>
                <a:gd name="connsiteY89" fmla="*/ 837629 h 5467350"/>
                <a:gd name="connsiteX90" fmla="*/ 1150049 w 5467350"/>
                <a:gd name="connsiteY90" fmla="*/ 837438 h 5467350"/>
                <a:gd name="connsiteX91" fmla="*/ 1150239 w 5467350"/>
                <a:gd name="connsiteY91" fmla="*/ 837248 h 5467350"/>
                <a:gd name="connsiteX92" fmla="*/ 1251204 w 5467350"/>
                <a:gd name="connsiteY92" fmla="*/ 763429 h 5467350"/>
                <a:gd name="connsiteX93" fmla="*/ 1678305 w 5467350"/>
                <a:gd name="connsiteY93" fmla="*/ 507016 h 5467350"/>
                <a:gd name="connsiteX94" fmla="*/ 1903476 w 5467350"/>
                <a:gd name="connsiteY94" fmla="*/ 402622 h 5467350"/>
                <a:gd name="connsiteX95" fmla="*/ 2135410 w 5467350"/>
                <a:gd name="connsiteY95" fmla="*/ 316325 h 5467350"/>
                <a:gd name="connsiteX96" fmla="*/ 2373059 w 5467350"/>
                <a:gd name="connsiteY96" fmla="*/ 248698 h 5467350"/>
                <a:gd name="connsiteX97" fmla="*/ 2615089 w 5467350"/>
                <a:gd name="connsiteY97" fmla="*/ 201454 h 5467350"/>
                <a:gd name="connsiteX98" fmla="*/ 3000566 w 5467350"/>
                <a:gd name="connsiteY98" fmla="*/ 172784 h 5467350"/>
                <a:gd name="connsiteX99" fmla="*/ 3107436 w 5467350"/>
                <a:gd name="connsiteY99" fmla="*/ 175069 h 5467350"/>
                <a:gd name="connsiteX100" fmla="*/ 3352229 w 5467350"/>
                <a:gd name="connsiteY100" fmla="*/ 196406 h 5467350"/>
                <a:gd name="connsiteX101" fmla="*/ 3594926 w 5467350"/>
                <a:gd name="connsiteY101" fmla="*/ 243935 h 5467350"/>
                <a:gd name="connsiteX102" fmla="*/ 4058412 w 5467350"/>
                <a:gd name="connsiteY102" fmla="*/ 423482 h 5467350"/>
                <a:gd name="connsiteX103" fmla="*/ 4270915 w 5467350"/>
                <a:gd name="connsiteY103" fmla="*/ 556165 h 5467350"/>
                <a:gd name="connsiteX104" fmla="*/ 4465225 w 5467350"/>
                <a:gd name="connsiteY104" fmla="*/ 715328 h 5467350"/>
                <a:gd name="connsiteX105" fmla="*/ 4791742 w 5467350"/>
                <a:gd name="connsiteY105" fmla="*/ 1099566 h 5467350"/>
                <a:gd name="connsiteX106" fmla="*/ 4922615 w 5467350"/>
                <a:gd name="connsiteY106" fmla="*/ 1317212 h 546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5467350" h="5467350">
                  <a:moveTo>
                    <a:pt x="2733675" y="0"/>
                  </a:moveTo>
                  <a:cubicBezTo>
                    <a:pt x="1223867" y="0"/>
                    <a:pt x="0" y="1223867"/>
                    <a:pt x="0" y="2733675"/>
                  </a:cubicBezTo>
                  <a:cubicBezTo>
                    <a:pt x="0" y="4243483"/>
                    <a:pt x="1223867" y="5467350"/>
                    <a:pt x="2733675" y="5467350"/>
                  </a:cubicBezTo>
                  <a:cubicBezTo>
                    <a:pt x="4243483" y="5467350"/>
                    <a:pt x="5467350" y="4243483"/>
                    <a:pt x="5467350" y="2733675"/>
                  </a:cubicBezTo>
                  <a:cubicBezTo>
                    <a:pt x="5467350" y="1223867"/>
                    <a:pt x="4243483" y="0"/>
                    <a:pt x="2733675" y="0"/>
                  </a:cubicBezTo>
                  <a:close/>
                  <a:moveTo>
                    <a:pt x="4922615" y="1317212"/>
                  </a:moveTo>
                  <a:cubicBezTo>
                    <a:pt x="4943189" y="1356170"/>
                    <a:pt x="4962430" y="1394365"/>
                    <a:pt x="4979765" y="1430941"/>
                  </a:cubicBezTo>
                  <a:cubicBezTo>
                    <a:pt x="4997482" y="1468755"/>
                    <a:pt x="5014817" y="1507903"/>
                    <a:pt x="5031105" y="1547146"/>
                  </a:cubicBezTo>
                  <a:cubicBezTo>
                    <a:pt x="5093875" y="1697641"/>
                    <a:pt x="5145691" y="1860709"/>
                    <a:pt x="5185029" y="2031873"/>
                  </a:cubicBezTo>
                  <a:cubicBezTo>
                    <a:pt x="5220939" y="2188464"/>
                    <a:pt x="5246656" y="2357723"/>
                    <a:pt x="5261610" y="2535079"/>
                  </a:cubicBezTo>
                  <a:cubicBezTo>
                    <a:pt x="5268278" y="2616803"/>
                    <a:pt x="5272564" y="2702338"/>
                    <a:pt x="5274183" y="2789206"/>
                  </a:cubicBezTo>
                  <a:cubicBezTo>
                    <a:pt x="5274660" y="2804541"/>
                    <a:pt x="5274755" y="2819876"/>
                    <a:pt x="5274755" y="2834831"/>
                  </a:cubicBezTo>
                  <a:cubicBezTo>
                    <a:pt x="5274755" y="2840927"/>
                    <a:pt x="5274850" y="2846928"/>
                    <a:pt x="5274850" y="2853023"/>
                  </a:cubicBezTo>
                  <a:cubicBezTo>
                    <a:pt x="5275136" y="2872740"/>
                    <a:pt x="5274850" y="2891885"/>
                    <a:pt x="5274564" y="2910554"/>
                  </a:cubicBezTo>
                  <a:lnTo>
                    <a:pt x="5274469" y="2915222"/>
                  </a:lnTo>
                  <a:cubicBezTo>
                    <a:pt x="5273421" y="2956751"/>
                    <a:pt x="5271040" y="2997422"/>
                    <a:pt x="5267325" y="3035713"/>
                  </a:cubicBezTo>
                  <a:cubicBezTo>
                    <a:pt x="5251514" y="3197066"/>
                    <a:pt x="5209032" y="3349181"/>
                    <a:pt x="5141119" y="3487674"/>
                  </a:cubicBezTo>
                  <a:cubicBezTo>
                    <a:pt x="5108639" y="3554730"/>
                    <a:pt x="5069205" y="3620643"/>
                    <a:pt x="5020342" y="3689509"/>
                  </a:cubicBezTo>
                  <a:cubicBezTo>
                    <a:pt x="4977003" y="3750088"/>
                    <a:pt x="4926997" y="3810762"/>
                    <a:pt x="4867656" y="3874865"/>
                  </a:cubicBezTo>
                  <a:cubicBezTo>
                    <a:pt x="4770215" y="3979450"/>
                    <a:pt x="4656297" y="4083177"/>
                    <a:pt x="4498467" y="4210907"/>
                  </a:cubicBezTo>
                  <a:cubicBezTo>
                    <a:pt x="4420839" y="4273773"/>
                    <a:pt x="4339400" y="4337114"/>
                    <a:pt x="4260723" y="4398359"/>
                  </a:cubicBezTo>
                  <a:cubicBezTo>
                    <a:pt x="4204240" y="4442365"/>
                    <a:pt x="4145756" y="4487799"/>
                    <a:pt x="4088130" y="4533519"/>
                  </a:cubicBezTo>
                  <a:lnTo>
                    <a:pt x="3985736" y="4615434"/>
                  </a:lnTo>
                  <a:cubicBezTo>
                    <a:pt x="3953828" y="4640675"/>
                    <a:pt x="3919442" y="4667822"/>
                    <a:pt x="3885343" y="4693730"/>
                  </a:cubicBezTo>
                  <a:cubicBezTo>
                    <a:pt x="3807619" y="4752975"/>
                    <a:pt x="3742944" y="4799933"/>
                    <a:pt x="3681984" y="4841463"/>
                  </a:cubicBezTo>
                  <a:cubicBezTo>
                    <a:pt x="3607880" y="4891945"/>
                    <a:pt x="3539871" y="4934426"/>
                    <a:pt x="3473958" y="4971383"/>
                  </a:cubicBezTo>
                  <a:cubicBezTo>
                    <a:pt x="3397377" y="5014627"/>
                    <a:pt x="3327273" y="5049393"/>
                    <a:pt x="3259550" y="5077683"/>
                  </a:cubicBezTo>
                  <a:cubicBezTo>
                    <a:pt x="3111913" y="5140071"/>
                    <a:pt x="2959989" y="5181124"/>
                    <a:pt x="2808065" y="5199698"/>
                  </a:cubicBezTo>
                  <a:cubicBezTo>
                    <a:pt x="2761298" y="5205222"/>
                    <a:pt x="2725198" y="5208365"/>
                    <a:pt x="2691289" y="5209889"/>
                  </a:cubicBezTo>
                  <a:lnTo>
                    <a:pt x="2661476" y="5211414"/>
                  </a:lnTo>
                  <a:lnTo>
                    <a:pt x="2631853" y="5212176"/>
                  </a:lnTo>
                  <a:lnTo>
                    <a:pt x="2631567" y="5212176"/>
                  </a:lnTo>
                  <a:lnTo>
                    <a:pt x="2631281" y="5212176"/>
                  </a:lnTo>
                  <a:cubicBezTo>
                    <a:pt x="2622518" y="5212556"/>
                    <a:pt x="2612803" y="5212652"/>
                    <a:pt x="2599754" y="5212652"/>
                  </a:cubicBezTo>
                  <a:cubicBezTo>
                    <a:pt x="2594324" y="5212652"/>
                    <a:pt x="2588990" y="5212652"/>
                    <a:pt x="2583561" y="5212556"/>
                  </a:cubicBezTo>
                  <a:lnTo>
                    <a:pt x="2571274" y="5212556"/>
                  </a:lnTo>
                  <a:cubicBezTo>
                    <a:pt x="2483644" y="5212366"/>
                    <a:pt x="2403634" y="5208937"/>
                    <a:pt x="2326577" y="5201889"/>
                  </a:cubicBezTo>
                  <a:cubicBezTo>
                    <a:pt x="2286286" y="5198269"/>
                    <a:pt x="2246471" y="5193793"/>
                    <a:pt x="2208371" y="5188458"/>
                  </a:cubicBezTo>
                  <a:cubicBezTo>
                    <a:pt x="2167795" y="5182743"/>
                    <a:pt x="2128076" y="5176076"/>
                    <a:pt x="2090642" y="5168646"/>
                  </a:cubicBezTo>
                  <a:cubicBezTo>
                    <a:pt x="2009299" y="5152168"/>
                    <a:pt x="1931194" y="5131880"/>
                    <a:pt x="1858613" y="5108544"/>
                  </a:cubicBezTo>
                  <a:cubicBezTo>
                    <a:pt x="1779746" y="5083207"/>
                    <a:pt x="1704975" y="5053965"/>
                    <a:pt x="1636395" y="5021676"/>
                  </a:cubicBezTo>
                  <a:lnTo>
                    <a:pt x="1636205" y="5021580"/>
                  </a:lnTo>
                  <a:lnTo>
                    <a:pt x="1636014" y="5021485"/>
                  </a:lnTo>
                  <a:cubicBezTo>
                    <a:pt x="1568577" y="4990719"/>
                    <a:pt x="1499807" y="4953096"/>
                    <a:pt x="1425512" y="4906518"/>
                  </a:cubicBezTo>
                  <a:cubicBezTo>
                    <a:pt x="1294257" y="4823556"/>
                    <a:pt x="1165574" y="4720209"/>
                    <a:pt x="1043273" y="4599528"/>
                  </a:cubicBezTo>
                  <a:cubicBezTo>
                    <a:pt x="985838" y="4542568"/>
                    <a:pt x="928307" y="4480465"/>
                    <a:pt x="872395" y="4414933"/>
                  </a:cubicBezTo>
                  <a:cubicBezTo>
                    <a:pt x="846963" y="4385501"/>
                    <a:pt x="822103" y="4354545"/>
                    <a:pt x="797909" y="4324636"/>
                  </a:cubicBezTo>
                  <a:lnTo>
                    <a:pt x="791623" y="4316825"/>
                  </a:lnTo>
                  <a:lnTo>
                    <a:pt x="779145" y="4300728"/>
                  </a:lnTo>
                  <a:cubicBezTo>
                    <a:pt x="757619" y="4272915"/>
                    <a:pt x="735330" y="4244150"/>
                    <a:pt x="714470" y="4215480"/>
                  </a:cubicBezTo>
                  <a:lnTo>
                    <a:pt x="714280" y="4215289"/>
                  </a:lnTo>
                  <a:lnTo>
                    <a:pt x="714089" y="4215098"/>
                  </a:lnTo>
                  <a:cubicBezTo>
                    <a:pt x="701993" y="4199001"/>
                    <a:pt x="689896" y="4182332"/>
                    <a:pt x="677132" y="4164806"/>
                  </a:cubicBezTo>
                  <a:cubicBezTo>
                    <a:pt x="663702" y="4146328"/>
                    <a:pt x="649796" y="4127183"/>
                    <a:pt x="635889" y="4108799"/>
                  </a:cubicBezTo>
                  <a:cubicBezTo>
                    <a:pt x="606647" y="4069842"/>
                    <a:pt x="577406" y="4032028"/>
                    <a:pt x="555212" y="4003358"/>
                  </a:cubicBezTo>
                  <a:cubicBezTo>
                    <a:pt x="534067" y="3975926"/>
                    <a:pt x="512350" y="3948303"/>
                    <a:pt x="491395" y="3921538"/>
                  </a:cubicBezTo>
                  <a:cubicBezTo>
                    <a:pt x="459486" y="3880771"/>
                    <a:pt x="426434" y="3838575"/>
                    <a:pt x="394907" y="3796760"/>
                  </a:cubicBezTo>
                  <a:cubicBezTo>
                    <a:pt x="370142" y="3763804"/>
                    <a:pt x="343853" y="3728752"/>
                    <a:pt x="318421" y="3692938"/>
                  </a:cubicBezTo>
                  <a:cubicBezTo>
                    <a:pt x="291370" y="3653981"/>
                    <a:pt x="268796" y="3620929"/>
                    <a:pt x="247650" y="3587115"/>
                  </a:cubicBezTo>
                  <a:cubicBezTo>
                    <a:pt x="220504" y="3544157"/>
                    <a:pt x="200882" y="3510534"/>
                    <a:pt x="183833" y="3478054"/>
                  </a:cubicBezTo>
                  <a:lnTo>
                    <a:pt x="183642" y="3477673"/>
                  </a:lnTo>
                  <a:lnTo>
                    <a:pt x="183452" y="3477292"/>
                  </a:lnTo>
                  <a:cubicBezTo>
                    <a:pt x="176022" y="3463766"/>
                    <a:pt x="169164" y="3450050"/>
                    <a:pt x="161925" y="3435572"/>
                  </a:cubicBezTo>
                  <a:cubicBezTo>
                    <a:pt x="159639" y="3431000"/>
                    <a:pt x="157353" y="3426428"/>
                    <a:pt x="155067" y="3421761"/>
                  </a:cubicBezTo>
                  <a:cubicBezTo>
                    <a:pt x="152591" y="3416237"/>
                    <a:pt x="150019" y="3410807"/>
                    <a:pt x="147542" y="3405378"/>
                  </a:cubicBezTo>
                  <a:cubicBezTo>
                    <a:pt x="141065" y="3391472"/>
                    <a:pt x="134969" y="3378327"/>
                    <a:pt x="129540" y="3364992"/>
                  </a:cubicBezTo>
                  <a:lnTo>
                    <a:pt x="129350" y="3364611"/>
                  </a:lnTo>
                  <a:lnTo>
                    <a:pt x="129159" y="3364230"/>
                  </a:lnTo>
                  <a:cubicBezTo>
                    <a:pt x="97155" y="3290126"/>
                    <a:pt x="72200" y="3209735"/>
                    <a:pt x="54769" y="3125343"/>
                  </a:cubicBezTo>
                  <a:cubicBezTo>
                    <a:pt x="39148" y="3045619"/>
                    <a:pt x="30956" y="2961323"/>
                    <a:pt x="30385" y="2875407"/>
                  </a:cubicBezTo>
                  <a:cubicBezTo>
                    <a:pt x="30290" y="2705576"/>
                    <a:pt x="50102" y="2534984"/>
                    <a:pt x="89059" y="2368487"/>
                  </a:cubicBezTo>
                  <a:cubicBezTo>
                    <a:pt x="107728" y="2287619"/>
                    <a:pt x="132112" y="2205323"/>
                    <a:pt x="161544" y="2123885"/>
                  </a:cubicBezTo>
                  <a:lnTo>
                    <a:pt x="161735" y="2123504"/>
                  </a:lnTo>
                  <a:lnTo>
                    <a:pt x="161830" y="2123123"/>
                  </a:lnTo>
                  <a:cubicBezTo>
                    <a:pt x="166021" y="2110740"/>
                    <a:pt x="170688" y="2098453"/>
                    <a:pt x="175736" y="2085499"/>
                  </a:cubicBezTo>
                  <a:cubicBezTo>
                    <a:pt x="178594" y="2078164"/>
                    <a:pt x="181356" y="2070830"/>
                    <a:pt x="184118" y="2063496"/>
                  </a:cubicBezTo>
                  <a:cubicBezTo>
                    <a:pt x="190786" y="2045494"/>
                    <a:pt x="198120" y="2027873"/>
                    <a:pt x="205835" y="2009299"/>
                  </a:cubicBezTo>
                  <a:lnTo>
                    <a:pt x="207740" y="2004727"/>
                  </a:lnTo>
                  <a:lnTo>
                    <a:pt x="220123" y="1975580"/>
                  </a:lnTo>
                  <a:lnTo>
                    <a:pt x="233267" y="1946529"/>
                  </a:lnTo>
                  <a:cubicBezTo>
                    <a:pt x="240983" y="1929289"/>
                    <a:pt x="250127" y="1909096"/>
                    <a:pt x="260033" y="1889189"/>
                  </a:cubicBezTo>
                  <a:lnTo>
                    <a:pt x="260128" y="1888903"/>
                  </a:lnTo>
                  <a:lnTo>
                    <a:pt x="260223" y="1888617"/>
                  </a:lnTo>
                  <a:cubicBezTo>
                    <a:pt x="293751" y="1818513"/>
                    <a:pt x="333661" y="1745552"/>
                    <a:pt x="382238" y="1665446"/>
                  </a:cubicBezTo>
                  <a:cubicBezTo>
                    <a:pt x="425577" y="1595533"/>
                    <a:pt x="473869" y="1525143"/>
                    <a:pt x="525590" y="1456373"/>
                  </a:cubicBezTo>
                  <a:cubicBezTo>
                    <a:pt x="625507" y="1323594"/>
                    <a:pt x="738759" y="1197197"/>
                    <a:pt x="862394" y="1080611"/>
                  </a:cubicBezTo>
                  <a:cubicBezTo>
                    <a:pt x="919163" y="1026700"/>
                    <a:pt x="980980" y="972407"/>
                    <a:pt x="1051465" y="914686"/>
                  </a:cubicBezTo>
                  <a:cubicBezTo>
                    <a:pt x="1065657" y="903065"/>
                    <a:pt x="1082421" y="889349"/>
                    <a:pt x="1100042" y="875919"/>
                  </a:cubicBezTo>
                  <a:lnTo>
                    <a:pt x="1108424" y="869347"/>
                  </a:lnTo>
                  <a:cubicBezTo>
                    <a:pt x="1121950" y="858774"/>
                    <a:pt x="1135952" y="847915"/>
                    <a:pt x="1149858" y="837629"/>
                  </a:cubicBezTo>
                  <a:lnTo>
                    <a:pt x="1150049" y="837438"/>
                  </a:lnTo>
                  <a:lnTo>
                    <a:pt x="1150239" y="837248"/>
                  </a:lnTo>
                  <a:cubicBezTo>
                    <a:pt x="1186625" y="809339"/>
                    <a:pt x="1223296" y="783146"/>
                    <a:pt x="1251204" y="763429"/>
                  </a:cubicBezTo>
                  <a:cubicBezTo>
                    <a:pt x="1386554" y="668560"/>
                    <a:pt x="1530287" y="582359"/>
                    <a:pt x="1678305" y="507016"/>
                  </a:cubicBezTo>
                  <a:cubicBezTo>
                    <a:pt x="1751933" y="469583"/>
                    <a:pt x="1827657" y="434435"/>
                    <a:pt x="1903476" y="402622"/>
                  </a:cubicBezTo>
                  <a:cubicBezTo>
                    <a:pt x="1979009" y="371094"/>
                    <a:pt x="2057019" y="342043"/>
                    <a:pt x="2135410" y="316325"/>
                  </a:cubicBezTo>
                  <a:cubicBezTo>
                    <a:pt x="2210372" y="291656"/>
                    <a:pt x="2290382" y="268891"/>
                    <a:pt x="2373059" y="248698"/>
                  </a:cubicBezTo>
                  <a:cubicBezTo>
                    <a:pt x="2449925" y="230219"/>
                    <a:pt x="2531364" y="214313"/>
                    <a:pt x="2615089" y="201454"/>
                  </a:cubicBezTo>
                  <a:cubicBezTo>
                    <a:pt x="2743772" y="182404"/>
                    <a:pt x="2873597" y="172784"/>
                    <a:pt x="3000566" y="172784"/>
                  </a:cubicBezTo>
                  <a:cubicBezTo>
                    <a:pt x="3036094" y="172784"/>
                    <a:pt x="3072003" y="173546"/>
                    <a:pt x="3107436" y="175069"/>
                  </a:cubicBezTo>
                  <a:cubicBezTo>
                    <a:pt x="3189828" y="178118"/>
                    <a:pt x="3272123" y="185261"/>
                    <a:pt x="3352229" y="196406"/>
                  </a:cubicBezTo>
                  <a:cubicBezTo>
                    <a:pt x="3434620" y="207931"/>
                    <a:pt x="3516249" y="223933"/>
                    <a:pt x="3594926" y="243935"/>
                  </a:cubicBezTo>
                  <a:cubicBezTo>
                    <a:pt x="3759613" y="285750"/>
                    <a:pt x="3915537" y="346139"/>
                    <a:pt x="4058412" y="423482"/>
                  </a:cubicBezTo>
                  <a:cubicBezTo>
                    <a:pt x="4128230" y="460820"/>
                    <a:pt x="4199668" y="505397"/>
                    <a:pt x="4270915" y="556165"/>
                  </a:cubicBezTo>
                  <a:cubicBezTo>
                    <a:pt x="4337971" y="604552"/>
                    <a:pt x="4403408" y="658178"/>
                    <a:pt x="4465225" y="715328"/>
                  </a:cubicBezTo>
                  <a:cubicBezTo>
                    <a:pt x="4587621" y="829342"/>
                    <a:pt x="4697540" y="958691"/>
                    <a:pt x="4791742" y="1099566"/>
                  </a:cubicBezTo>
                  <a:cubicBezTo>
                    <a:pt x="4840129" y="1171004"/>
                    <a:pt x="4883944" y="1244156"/>
                    <a:pt x="4922615" y="1317212"/>
                  </a:cubicBezTo>
                  <a:close/>
                </a:path>
              </a:pathLst>
            </a:custGeom>
            <a:ln w="9525" cap="flat">
              <a:noFill/>
              <a:prstDash val="solid"/>
              <a:miter/>
            </a:ln>
          </p:spPr>
          <p:txBody>
            <a:bodyPr rtlCol="0" anchor="ctr"/>
            <a:lstStyle/>
            <a:p>
              <a:endParaRPr lang="en-US"/>
            </a:p>
          </p:txBody>
        </p:sp>
      </p:grpSp>
      <p:sp>
        <p:nvSpPr>
          <p:cNvPr id="3" name="内容占位符 2">
            <a:extLst>
              <a:ext uri="{FF2B5EF4-FFF2-40B4-BE49-F238E27FC236}">
                <a16:creationId xmlns:a16="http://schemas.microsoft.com/office/drawing/2014/main" id="{B4E5687C-DAD6-4866-A732-243E07FCFB89}"/>
              </a:ext>
            </a:extLst>
          </p:cNvPr>
          <p:cNvSpPr>
            <a:spLocks noGrp="1"/>
          </p:cNvSpPr>
          <p:nvPr>
            <p:ph idx="1"/>
          </p:nvPr>
        </p:nvSpPr>
        <p:spPr>
          <a:xfrm>
            <a:off x="7125519" y="2421682"/>
            <a:ext cx="4400301" cy="3639289"/>
          </a:xfrm>
        </p:spPr>
        <p:txBody>
          <a:bodyPr anchor="ctr">
            <a:normAutofit/>
          </a:bodyPr>
          <a:lstStyle/>
          <a:p>
            <a:r>
              <a:rPr lang="en-US" altLang="zh-CN" sz="1600" dirty="0">
                <a:solidFill>
                  <a:schemeClr val="tx2"/>
                </a:solidFill>
                <a:latin typeface="Calibri" panose="020F0502020204030204" pitchFamily="34" charset="0"/>
                <a:cs typeface="Calibri" panose="020F0502020204030204" pitchFamily="34" charset="0"/>
              </a:rPr>
              <a:t>we default to using Chinese brands (with a 20-year warranty): DTC, </a:t>
            </a:r>
            <a:r>
              <a:rPr lang="en-US" altLang="zh-CN" sz="1600" dirty="0" err="1">
                <a:solidFill>
                  <a:schemeClr val="tx2"/>
                </a:solidFill>
                <a:latin typeface="Calibri" panose="020F0502020204030204" pitchFamily="34" charset="0"/>
                <a:cs typeface="Calibri" panose="020F0502020204030204" pitchFamily="34" charset="0"/>
              </a:rPr>
              <a:t>Jusen</a:t>
            </a:r>
            <a:r>
              <a:rPr lang="en-US" altLang="zh-CN" sz="1600" dirty="0">
                <a:solidFill>
                  <a:schemeClr val="tx2"/>
                </a:solidFill>
                <a:latin typeface="Calibri" panose="020F0502020204030204" pitchFamily="34" charset="0"/>
                <a:cs typeface="Calibri" panose="020F0502020204030204" pitchFamily="34" charset="0"/>
              </a:rPr>
              <a:t>. </a:t>
            </a:r>
          </a:p>
          <a:p>
            <a:r>
              <a:rPr lang="en-US" altLang="zh-CN" sz="1600" dirty="0">
                <a:solidFill>
                  <a:schemeClr val="tx2"/>
                </a:solidFill>
                <a:latin typeface="Calibri" panose="020F0502020204030204" pitchFamily="34" charset="0"/>
                <a:cs typeface="Calibri" panose="020F0502020204030204" pitchFamily="34" charset="0"/>
              </a:rPr>
              <a:t>SG market recommendation: Blum/</a:t>
            </a:r>
            <a:r>
              <a:rPr lang="en-US" altLang="zh-CN" sz="1600" dirty="0" err="1">
                <a:solidFill>
                  <a:schemeClr val="tx2"/>
                </a:solidFill>
                <a:latin typeface="Calibri" panose="020F0502020204030204" pitchFamily="34" charset="0"/>
                <a:cs typeface="Calibri" panose="020F0502020204030204" pitchFamily="34" charset="0"/>
              </a:rPr>
              <a:t>Higold</a:t>
            </a:r>
            <a:r>
              <a:rPr lang="zh-CN" altLang="en-US" sz="1600" dirty="0">
                <a:solidFill>
                  <a:schemeClr val="tx2"/>
                </a:solidFill>
                <a:latin typeface="Calibri" panose="020F0502020204030204" pitchFamily="34" charset="0"/>
                <a:cs typeface="Calibri" panose="020F0502020204030204" pitchFamily="34" charset="0"/>
              </a:rPr>
              <a:t> </a:t>
            </a:r>
            <a:r>
              <a:rPr lang="en-US" altLang="zh-CN" sz="1600" dirty="0">
                <a:solidFill>
                  <a:schemeClr val="tx2"/>
                </a:solidFill>
                <a:latin typeface="Calibri" panose="020F0502020204030204" pitchFamily="34" charset="0"/>
                <a:cs typeface="Calibri" panose="020F0502020204030204" pitchFamily="34" charset="0"/>
              </a:rPr>
              <a:t>Hinge</a:t>
            </a:r>
          </a:p>
          <a:p>
            <a:r>
              <a:rPr lang="en-US" altLang="zh-CN" sz="1600" dirty="0">
                <a:solidFill>
                  <a:schemeClr val="tx2"/>
                </a:solidFill>
                <a:latin typeface="Calibri" panose="020F0502020204030204" pitchFamily="34" charset="0"/>
                <a:cs typeface="Calibri" panose="020F0502020204030204" pitchFamily="34" charset="0"/>
              </a:rPr>
              <a:t>Soft function tools: Kitchen basket/Wardrobe storage basket (</a:t>
            </a:r>
            <a:r>
              <a:rPr lang="en-US" altLang="zh-CN" sz="1600" dirty="0" err="1">
                <a:solidFill>
                  <a:schemeClr val="tx2"/>
                </a:solidFill>
                <a:latin typeface="Calibri" panose="020F0502020204030204" pitchFamily="34" charset="0"/>
                <a:cs typeface="Calibri" panose="020F0502020204030204" pitchFamily="34" charset="0"/>
              </a:rPr>
              <a:t>Higold</a:t>
            </a:r>
            <a:r>
              <a:rPr lang="en-US" altLang="zh-CN" sz="1600" dirty="0">
                <a:solidFill>
                  <a:schemeClr val="tx2"/>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477234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BCED9A-A95B-7C14-189D-562CC7B247D7}"/>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7EFEC15-5873-4245-BEBE-F61154581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D2D06EBD-2D8B-41A1-6FAE-050ECBB91232}"/>
              </a:ext>
            </a:extLst>
          </p:cNvPr>
          <p:cNvSpPr>
            <a:spLocks noGrp="1"/>
          </p:cNvSpPr>
          <p:nvPr>
            <p:ph type="title"/>
          </p:nvPr>
        </p:nvSpPr>
        <p:spPr>
          <a:xfrm>
            <a:off x="7129133" y="802955"/>
            <a:ext cx="4266942" cy="1498456"/>
          </a:xfrm>
        </p:spPr>
        <p:txBody>
          <a:bodyPr anchor="b">
            <a:normAutofit/>
          </a:bodyPr>
          <a:lstStyle/>
          <a:p>
            <a:r>
              <a:rPr lang="en-US" altLang="zh-CN" sz="3200" dirty="0">
                <a:solidFill>
                  <a:schemeClr val="tx2"/>
                </a:solidFill>
                <a:latin typeface="Calibri" panose="020F0502020204030204" pitchFamily="34" charset="0"/>
                <a:cs typeface="Calibri" panose="020F0502020204030204" pitchFamily="34" charset="0"/>
              </a:rPr>
              <a:t>Hardware Introduction- Other hardware</a:t>
            </a:r>
            <a:endParaRPr lang="zh-CN" altLang="en-US" sz="3200" dirty="0">
              <a:solidFill>
                <a:schemeClr val="tx2"/>
              </a:solidFill>
              <a:latin typeface="Calibri" panose="020F0502020204030204" pitchFamily="34" charset="0"/>
              <a:cs typeface="Calibri" panose="020F0502020204030204" pitchFamily="34" charset="0"/>
            </a:endParaRPr>
          </a:p>
        </p:txBody>
      </p:sp>
      <p:pic>
        <p:nvPicPr>
          <p:cNvPr id="5" name="图片 4" descr="图片包含 室内, 冰箱, 窗户, 小&#10;&#10;描述已自动生成">
            <a:extLst>
              <a:ext uri="{FF2B5EF4-FFF2-40B4-BE49-F238E27FC236}">
                <a16:creationId xmlns:a16="http://schemas.microsoft.com/office/drawing/2014/main" id="{8807DDD3-2EAC-E069-33C5-111ABDD11651}"/>
              </a:ext>
            </a:extLst>
          </p:cNvPr>
          <p:cNvPicPr>
            <a:picLocks noChangeAspect="1"/>
          </p:cNvPicPr>
          <p:nvPr/>
        </p:nvPicPr>
        <p:blipFill>
          <a:blip r:embed="rId2">
            <a:alphaModFix/>
            <a:extLst>
              <a:ext uri="{28A0092B-C50C-407E-A947-70E740481C1C}">
                <a14:useLocalDpi xmlns:a14="http://schemas.microsoft.com/office/drawing/2010/main" val="0"/>
              </a:ext>
            </a:extLst>
          </a:blip>
          <a:srcRect t="13971" r="4" b="10282"/>
          <a:stretch/>
        </p:blipFill>
        <p:spPr>
          <a:xfrm>
            <a:off x="4448399" y="286529"/>
            <a:ext cx="2275744" cy="2275744"/>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grpSp>
        <p:nvGrpSpPr>
          <p:cNvPr id="36" name="Group 17">
            <a:extLst>
              <a:ext uri="{FF2B5EF4-FFF2-40B4-BE49-F238E27FC236}">
                <a16:creationId xmlns:a16="http://schemas.microsoft.com/office/drawing/2014/main" id="{881199B3-92F7-4182-B809-801DD4E36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23486" y="231851"/>
            <a:ext cx="2300658" cy="2373679"/>
            <a:chOff x="3376425" y="1351535"/>
            <a:chExt cx="5514403" cy="5514975"/>
          </a:xfrm>
        </p:grpSpPr>
        <p:sp>
          <p:nvSpPr>
            <p:cNvPr id="19" name="Freeform: Shape 18">
              <a:extLst>
                <a:ext uri="{FF2B5EF4-FFF2-40B4-BE49-F238E27FC236}">
                  <a16:creationId xmlns:a16="http://schemas.microsoft.com/office/drawing/2014/main" id="{965A16F7-66A3-469F-81C9-FAA41AA93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87200" y="1501458"/>
              <a:ext cx="5293466" cy="5215032"/>
            </a:xfrm>
            <a:custGeom>
              <a:avLst/>
              <a:gdLst>
                <a:gd name="connsiteX0" fmla="*/ 2768346 w 5293466"/>
                <a:gd name="connsiteY0" fmla="*/ 476250 h 5215032"/>
                <a:gd name="connsiteX1" fmla="*/ 3621405 w 5293466"/>
                <a:gd name="connsiteY1" fmla="*/ 687705 h 5215032"/>
                <a:gd name="connsiteX2" fmla="*/ 4327589 w 5293466"/>
                <a:gd name="connsiteY2" fmla="*/ 1277588 h 5215032"/>
                <a:gd name="connsiteX3" fmla="*/ 4749451 w 5293466"/>
                <a:gd name="connsiteY3" fmla="*/ 1974914 h 5215032"/>
                <a:gd name="connsiteX4" fmla="*/ 4756785 w 5293466"/>
                <a:gd name="connsiteY4" fmla="*/ 2695289 h 5215032"/>
                <a:gd name="connsiteX5" fmla="*/ 4503611 w 5293466"/>
                <a:gd name="connsiteY5" fmla="*/ 3530251 h 5215032"/>
                <a:gd name="connsiteX6" fmla="*/ 4395121 w 5293466"/>
                <a:gd name="connsiteY6" fmla="*/ 3883152 h 5215032"/>
                <a:gd name="connsiteX7" fmla="*/ 4177570 w 5293466"/>
                <a:gd name="connsiteY7" fmla="*/ 4165949 h 5215032"/>
                <a:gd name="connsiteX8" fmla="*/ 3534632 w 5293466"/>
                <a:gd name="connsiteY8" fmla="*/ 4599718 h 5215032"/>
                <a:gd name="connsiteX9" fmla="*/ 2710910 w 5293466"/>
                <a:gd name="connsiteY9" fmla="*/ 4738592 h 5215032"/>
                <a:gd name="connsiteX10" fmla="*/ 1141476 w 5293466"/>
                <a:gd name="connsiteY10" fmla="*/ 4094798 h 5215032"/>
                <a:gd name="connsiteX11" fmla="*/ 654653 w 5293466"/>
                <a:gd name="connsiteY11" fmla="*/ 3380709 h 5215032"/>
                <a:gd name="connsiteX12" fmla="*/ 476250 w 5293466"/>
                <a:gd name="connsiteY12" fmla="*/ 2503932 h 5215032"/>
                <a:gd name="connsiteX13" fmla="*/ 621221 w 5293466"/>
                <a:gd name="connsiteY13" fmla="*/ 2032730 h 5215032"/>
                <a:gd name="connsiteX14" fmla="*/ 1075277 w 5293466"/>
                <a:gd name="connsiteY14" fmla="*/ 1557623 h 5215032"/>
                <a:gd name="connsiteX15" fmla="*/ 1370648 w 5293466"/>
                <a:gd name="connsiteY15" fmla="*/ 1278541 h 5215032"/>
                <a:gd name="connsiteX16" fmla="*/ 2056733 w 5293466"/>
                <a:gd name="connsiteY16" fmla="*/ 690753 h 5215032"/>
                <a:gd name="connsiteX17" fmla="*/ 2768346 w 5293466"/>
                <a:gd name="connsiteY17" fmla="*/ 476250 h 5215032"/>
                <a:gd name="connsiteX18" fmla="*/ 2768346 w 5293466"/>
                <a:gd name="connsiteY18" fmla="*/ 0 h 5215032"/>
                <a:gd name="connsiteX19" fmla="*/ 1033844 w 5293466"/>
                <a:gd name="connsiteY19" fmla="*/ 941927 h 5215032"/>
                <a:gd name="connsiteX20" fmla="*/ 0 w 5293466"/>
                <a:gd name="connsiteY20" fmla="*/ 2504123 h 5215032"/>
                <a:gd name="connsiteX21" fmla="*/ 807053 w 5293466"/>
                <a:gd name="connsiteY21" fmla="*/ 4433983 h 5215032"/>
                <a:gd name="connsiteX22" fmla="*/ 2710910 w 5293466"/>
                <a:gd name="connsiteY22" fmla="*/ 5215033 h 5215032"/>
                <a:gd name="connsiteX23" fmla="*/ 4514374 w 5293466"/>
                <a:gd name="connsiteY23" fmla="*/ 4502849 h 5215032"/>
                <a:gd name="connsiteX24" fmla="*/ 5203603 w 5293466"/>
                <a:gd name="connsiteY24" fmla="*/ 2860262 h 5215032"/>
                <a:gd name="connsiteX25" fmla="*/ 4686681 w 5293466"/>
                <a:gd name="connsiteY25" fmla="*/ 964883 h 5215032"/>
                <a:gd name="connsiteX26" fmla="*/ 2768346 w 5293466"/>
                <a:gd name="connsiteY26" fmla="*/ 0 h 5215032"/>
                <a:gd name="connsiteX27" fmla="*/ 2768346 w 5293466"/>
                <a:gd name="connsiteY27" fmla="*/ 0 h 521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93466" h="5215032">
                  <a:moveTo>
                    <a:pt x="2768346" y="476250"/>
                  </a:moveTo>
                  <a:cubicBezTo>
                    <a:pt x="3078099" y="476250"/>
                    <a:pt x="3357086" y="545402"/>
                    <a:pt x="3621405" y="687705"/>
                  </a:cubicBezTo>
                  <a:cubicBezTo>
                    <a:pt x="3865245" y="819055"/>
                    <a:pt x="4096226" y="1012031"/>
                    <a:pt x="4327589" y="1277588"/>
                  </a:cubicBezTo>
                  <a:cubicBezTo>
                    <a:pt x="4525614" y="1504950"/>
                    <a:pt x="4671441" y="1746028"/>
                    <a:pt x="4749451" y="1974914"/>
                  </a:cubicBezTo>
                  <a:cubicBezTo>
                    <a:pt x="4837748" y="2233898"/>
                    <a:pt x="4840129" y="2469452"/>
                    <a:pt x="4756785" y="2695289"/>
                  </a:cubicBezTo>
                  <a:cubicBezTo>
                    <a:pt x="4620578" y="3064288"/>
                    <a:pt x="4552950" y="3333655"/>
                    <a:pt x="4503611" y="3530251"/>
                  </a:cubicBezTo>
                  <a:cubicBezTo>
                    <a:pt x="4464939" y="3684080"/>
                    <a:pt x="4437031" y="3795236"/>
                    <a:pt x="4395121" y="3883152"/>
                  </a:cubicBezTo>
                  <a:cubicBezTo>
                    <a:pt x="4365689" y="3944874"/>
                    <a:pt x="4316825" y="4026789"/>
                    <a:pt x="4177570" y="4165949"/>
                  </a:cubicBezTo>
                  <a:cubicBezTo>
                    <a:pt x="3977354" y="4366165"/>
                    <a:pt x="3767042" y="4508087"/>
                    <a:pt x="3534632" y="4599718"/>
                  </a:cubicBezTo>
                  <a:cubicBezTo>
                    <a:pt x="3297650" y="4693158"/>
                    <a:pt x="3028188" y="4738592"/>
                    <a:pt x="2710910" y="4738592"/>
                  </a:cubicBezTo>
                  <a:cubicBezTo>
                    <a:pt x="2119694" y="4738592"/>
                    <a:pt x="1562291" y="4509897"/>
                    <a:pt x="1141476" y="4094798"/>
                  </a:cubicBezTo>
                  <a:cubicBezTo>
                    <a:pt x="932879" y="3888962"/>
                    <a:pt x="769049" y="3648742"/>
                    <a:pt x="654653" y="3380709"/>
                  </a:cubicBezTo>
                  <a:cubicBezTo>
                    <a:pt x="536258" y="3103531"/>
                    <a:pt x="476250" y="2808542"/>
                    <a:pt x="476250" y="2503932"/>
                  </a:cubicBezTo>
                  <a:cubicBezTo>
                    <a:pt x="476250" y="2324672"/>
                    <a:pt x="520922" y="2179415"/>
                    <a:pt x="621221" y="2032730"/>
                  </a:cubicBezTo>
                  <a:cubicBezTo>
                    <a:pt x="729044" y="1874901"/>
                    <a:pt x="889445" y="1727835"/>
                    <a:pt x="1075277" y="1557623"/>
                  </a:cubicBezTo>
                  <a:cubicBezTo>
                    <a:pt x="1171194" y="1469708"/>
                    <a:pt x="1270349" y="1378744"/>
                    <a:pt x="1370648" y="1278541"/>
                  </a:cubicBezTo>
                  <a:cubicBezTo>
                    <a:pt x="1585246" y="1063943"/>
                    <a:pt x="1814989" y="841820"/>
                    <a:pt x="2056733" y="690753"/>
                  </a:cubicBezTo>
                  <a:cubicBezTo>
                    <a:pt x="2291048" y="544544"/>
                    <a:pt x="2517172" y="476250"/>
                    <a:pt x="2768346" y="476250"/>
                  </a:cubicBezTo>
                  <a:moveTo>
                    <a:pt x="2768346" y="0"/>
                  </a:moveTo>
                  <a:cubicBezTo>
                    <a:pt x="2019776" y="0"/>
                    <a:pt x="1524381" y="451390"/>
                    <a:pt x="1033844" y="941927"/>
                  </a:cubicBezTo>
                  <a:cubicBezTo>
                    <a:pt x="543306" y="1432465"/>
                    <a:pt x="0" y="1755553"/>
                    <a:pt x="0" y="2504123"/>
                  </a:cubicBezTo>
                  <a:cubicBezTo>
                    <a:pt x="0" y="3259360"/>
                    <a:pt x="308801" y="3942398"/>
                    <a:pt x="807053" y="4433983"/>
                  </a:cubicBezTo>
                  <a:cubicBezTo>
                    <a:pt x="1296543" y="4916996"/>
                    <a:pt x="1968913" y="5215033"/>
                    <a:pt x="2710910" y="5215033"/>
                  </a:cubicBezTo>
                  <a:cubicBezTo>
                    <a:pt x="3459480" y="5215033"/>
                    <a:pt x="4023741" y="4993386"/>
                    <a:pt x="4514374" y="4502849"/>
                  </a:cubicBezTo>
                  <a:cubicBezTo>
                    <a:pt x="5004912" y="4012311"/>
                    <a:pt x="4847463" y="3825145"/>
                    <a:pt x="5203603" y="2860262"/>
                  </a:cubicBezTo>
                  <a:cubicBezTo>
                    <a:pt x="5469065" y="2140839"/>
                    <a:pt x="5101400" y="1441133"/>
                    <a:pt x="4686681" y="964883"/>
                  </a:cubicBezTo>
                  <a:cubicBezTo>
                    <a:pt x="4189667" y="394240"/>
                    <a:pt x="3584543" y="0"/>
                    <a:pt x="2768346" y="0"/>
                  </a:cubicBezTo>
                  <a:lnTo>
                    <a:pt x="2768346" y="0"/>
                  </a:lnTo>
                  <a:close/>
                </a:path>
              </a:pathLst>
            </a:custGeom>
            <a:solidFill>
              <a:schemeClr val="bg1">
                <a:alpha val="20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CC7F467-8A9D-4D4C-A53C-C3EDE6DF7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87200" y="1501458"/>
              <a:ext cx="5293505" cy="5215032"/>
            </a:xfrm>
            <a:custGeom>
              <a:avLst/>
              <a:gdLst>
                <a:gd name="connsiteX0" fmla="*/ 2768346 w 5293505"/>
                <a:gd name="connsiteY0" fmla="*/ 571500 h 5215032"/>
                <a:gd name="connsiteX1" fmla="*/ 3576161 w 5293505"/>
                <a:gd name="connsiteY1" fmla="*/ 771620 h 5215032"/>
                <a:gd name="connsiteX2" fmla="*/ 4255675 w 5293505"/>
                <a:gd name="connsiteY2" fmla="*/ 1340263 h 5215032"/>
                <a:gd name="connsiteX3" fmla="*/ 4659249 w 5293505"/>
                <a:gd name="connsiteY3" fmla="*/ 2005775 h 5215032"/>
                <a:gd name="connsiteX4" fmla="*/ 4667441 w 5293505"/>
                <a:gd name="connsiteY4" fmla="*/ 2662428 h 5215032"/>
                <a:gd name="connsiteX5" fmla="*/ 4411218 w 5293505"/>
                <a:gd name="connsiteY5" fmla="*/ 3507200 h 5215032"/>
                <a:gd name="connsiteX6" fmla="*/ 4309206 w 5293505"/>
                <a:gd name="connsiteY6" fmla="*/ 3842290 h 5215032"/>
                <a:gd name="connsiteX7" fmla="*/ 4110323 w 5293505"/>
                <a:gd name="connsiteY7" fmla="*/ 4098798 h 5215032"/>
                <a:gd name="connsiteX8" fmla="*/ 2711006 w 5293505"/>
                <a:gd name="connsiteY8" fmla="*/ 4643628 h 5215032"/>
                <a:gd name="connsiteX9" fmla="*/ 1208532 w 5293505"/>
                <a:gd name="connsiteY9" fmla="*/ 4027265 h 5215032"/>
                <a:gd name="connsiteX10" fmla="*/ 742379 w 5293505"/>
                <a:gd name="connsiteY10" fmla="*/ 3343561 h 5215032"/>
                <a:gd name="connsiteX11" fmla="*/ 571595 w 5293505"/>
                <a:gd name="connsiteY11" fmla="*/ 2504218 h 5215032"/>
                <a:gd name="connsiteX12" fmla="*/ 699992 w 5293505"/>
                <a:gd name="connsiteY12" fmla="*/ 2086737 h 5215032"/>
                <a:gd name="connsiteX13" fmla="*/ 1139761 w 5293505"/>
                <a:gd name="connsiteY13" fmla="*/ 1628108 h 5215032"/>
                <a:gd name="connsiteX14" fmla="*/ 1438085 w 5293505"/>
                <a:gd name="connsiteY14" fmla="*/ 1346168 h 5215032"/>
                <a:gd name="connsiteX15" fmla="*/ 2768346 w 5293505"/>
                <a:gd name="connsiteY15" fmla="*/ 571500 h 5215032"/>
                <a:gd name="connsiteX16" fmla="*/ 2768346 w 5293505"/>
                <a:gd name="connsiteY16" fmla="*/ 0 h 5215032"/>
                <a:gd name="connsiteX17" fmla="*/ 1033844 w 5293505"/>
                <a:gd name="connsiteY17" fmla="*/ 941927 h 5215032"/>
                <a:gd name="connsiteX18" fmla="*/ 0 w 5293505"/>
                <a:gd name="connsiteY18" fmla="*/ 2504123 h 5215032"/>
                <a:gd name="connsiteX19" fmla="*/ 807053 w 5293505"/>
                <a:gd name="connsiteY19" fmla="*/ 4433983 h 5215032"/>
                <a:gd name="connsiteX20" fmla="*/ 2710910 w 5293505"/>
                <a:gd name="connsiteY20" fmla="*/ 5215033 h 5215032"/>
                <a:gd name="connsiteX21" fmla="*/ 4514374 w 5293505"/>
                <a:gd name="connsiteY21" fmla="*/ 4502849 h 5215032"/>
                <a:gd name="connsiteX22" fmla="*/ 5203603 w 5293505"/>
                <a:gd name="connsiteY22" fmla="*/ 2860262 h 5215032"/>
                <a:gd name="connsiteX23" fmla="*/ 4686681 w 5293505"/>
                <a:gd name="connsiteY23" fmla="*/ 964883 h 5215032"/>
                <a:gd name="connsiteX24" fmla="*/ 2768346 w 5293505"/>
                <a:gd name="connsiteY24" fmla="*/ 0 h 5215032"/>
                <a:gd name="connsiteX25" fmla="*/ 2768346 w 5293505"/>
                <a:gd name="connsiteY25" fmla="*/ 0 h 521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293505" h="5215032">
                  <a:moveTo>
                    <a:pt x="2768346" y="571500"/>
                  </a:moveTo>
                  <a:cubicBezTo>
                    <a:pt x="3061907" y="571500"/>
                    <a:pt x="3326225" y="636937"/>
                    <a:pt x="3576161" y="771620"/>
                  </a:cubicBezTo>
                  <a:cubicBezTo>
                    <a:pt x="3809714" y="897446"/>
                    <a:pt x="4031933" y="1083374"/>
                    <a:pt x="4255675" y="1340263"/>
                  </a:cubicBezTo>
                  <a:cubicBezTo>
                    <a:pt x="4445603" y="1558385"/>
                    <a:pt x="4585145" y="1788509"/>
                    <a:pt x="4659249" y="2005775"/>
                  </a:cubicBezTo>
                  <a:cubicBezTo>
                    <a:pt x="4740212" y="2243233"/>
                    <a:pt x="4742879" y="2458022"/>
                    <a:pt x="4667441" y="2662428"/>
                  </a:cubicBezTo>
                  <a:cubicBezTo>
                    <a:pt x="4529519" y="3036284"/>
                    <a:pt x="4461129" y="3308509"/>
                    <a:pt x="4411218" y="3507200"/>
                  </a:cubicBezTo>
                  <a:cubicBezTo>
                    <a:pt x="4373975" y="3655695"/>
                    <a:pt x="4347020" y="3762947"/>
                    <a:pt x="4309206" y="3842290"/>
                  </a:cubicBezTo>
                  <a:cubicBezTo>
                    <a:pt x="4283298" y="3896678"/>
                    <a:pt x="4239387" y="3969734"/>
                    <a:pt x="4110323" y="4098798"/>
                  </a:cubicBezTo>
                  <a:cubicBezTo>
                    <a:pt x="3728466" y="4480655"/>
                    <a:pt x="3309938" y="4643628"/>
                    <a:pt x="2711006" y="4643628"/>
                  </a:cubicBezTo>
                  <a:cubicBezTo>
                    <a:pt x="2144935" y="4643628"/>
                    <a:pt x="1611344" y="4424744"/>
                    <a:pt x="1208532" y="4027265"/>
                  </a:cubicBezTo>
                  <a:cubicBezTo>
                    <a:pt x="1008793" y="3830193"/>
                    <a:pt x="851916" y="3600164"/>
                    <a:pt x="742379" y="3343561"/>
                  </a:cubicBezTo>
                  <a:cubicBezTo>
                    <a:pt x="629031" y="3078194"/>
                    <a:pt x="571595" y="2795873"/>
                    <a:pt x="571595" y="2504218"/>
                  </a:cubicBezTo>
                  <a:cubicBezTo>
                    <a:pt x="571595" y="2343245"/>
                    <a:pt x="609981" y="2218373"/>
                    <a:pt x="699992" y="2086737"/>
                  </a:cubicBezTo>
                  <a:cubicBezTo>
                    <a:pt x="801624" y="1937957"/>
                    <a:pt x="958310" y="1794415"/>
                    <a:pt x="1139761" y="1628108"/>
                  </a:cubicBezTo>
                  <a:cubicBezTo>
                    <a:pt x="1236440" y="1539526"/>
                    <a:pt x="1336357" y="1447895"/>
                    <a:pt x="1438085" y="1346168"/>
                  </a:cubicBezTo>
                  <a:cubicBezTo>
                    <a:pt x="1891475" y="892588"/>
                    <a:pt x="2252377" y="571500"/>
                    <a:pt x="2768346" y="571500"/>
                  </a:cubicBezTo>
                  <a:moveTo>
                    <a:pt x="2768346" y="0"/>
                  </a:moveTo>
                  <a:cubicBezTo>
                    <a:pt x="2019776" y="0"/>
                    <a:pt x="1524381" y="451390"/>
                    <a:pt x="1033844" y="941927"/>
                  </a:cubicBezTo>
                  <a:cubicBezTo>
                    <a:pt x="543306" y="1432465"/>
                    <a:pt x="0" y="1755553"/>
                    <a:pt x="0" y="2504123"/>
                  </a:cubicBezTo>
                  <a:cubicBezTo>
                    <a:pt x="0" y="3259360"/>
                    <a:pt x="308801" y="3942398"/>
                    <a:pt x="807053" y="4433983"/>
                  </a:cubicBezTo>
                  <a:cubicBezTo>
                    <a:pt x="1296543" y="4916996"/>
                    <a:pt x="1968913" y="5215033"/>
                    <a:pt x="2710910" y="5215033"/>
                  </a:cubicBezTo>
                  <a:cubicBezTo>
                    <a:pt x="3459480" y="5215033"/>
                    <a:pt x="4023741" y="4993386"/>
                    <a:pt x="4514374" y="4502849"/>
                  </a:cubicBezTo>
                  <a:cubicBezTo>
                    <a:pt x="5004912" y="4012311"/>
                    <a:pt x="4847463" y="3825145"/>
                    <a:pt x="5203603" y="2860262"/>
                  </a:cubicBezTo>
                  <a:cubicBezTo>
                    <a:pt x="5469160" y="2140839"/>
                    <a:pt x="5101400" y="1441133"/>
                    <a:pt x="4686681" y="964883"/>
                  </a:cubicBezTo>
                  <a:cubicBezTo>
                    <a:pt x="4189667" y="394240"/>
                    <a:pt x="3584543" y="0"/>
                    <a:pt x="2768346" y="0"/>
                  </a:cubicBezTo>
                  <a:lnTo>
                    <a:pt x="2768346" y="0"/>
                  </a:lnTo>
                  <a:close/>
                </a:path>
              </a:pathLst>
            </a:custGeom>
            <a:solidFill>
              <a:schemeClr val="bg1">
                <a:alpha val="20000"/>
              </a:schemeClr>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1D5CB4A-3653-4A8A-A6B8-0BA2088957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87200" y="1501458"/>
              <a:ext cx="5403571" cy="5215032"/>
            </a:xfrm>
            <a:custGeom>
              <a:avLst/>
              <a:gdLst>
                <a:gd name="connsiteX0" fmla="*/ 2825972 w 5403571"/>
                <a:gd name="connsiteY0" fmla="*/ 476250 h 5215032"/>
                <a:gd name="connsiteX1" fmla="*/ 3696748 w 5403571"/>
                <a:gd name="connsiteY1" fmla="*/ 687705 h 5215032"/>
                <a:gd name="connsiteX2" fmla="*/ 4417600 w 5403571"/>
                <a:gd name="connsiteY2" fmla="*/ 1277588 h 5215032"/>
                <a:gd name="connsiteX3" fmla="*/ 4848321 w 5403571"/>
                <a:gd name="connsiteY3" fmla="*/ 1974914 h 5215032"/>
                <a:gd name="connsiteX4" fmla="*/ 4855845 w 5403571"/>
                <a:gd name="connsiteY4" fmla="*/ 2695289 h 5215032"/>
                <a:gd name="connsiteX5" fmla="*/ 4597337 w 5403571"/>
                <a:gd name="connsiteY5" fmla="*/ 3530251 h 5215032"/>
                <a:gd name="connsiteX6" fmla="*/ 4486656 w 5403571"/>
                <a:gd name="connsiteY6" fmla="*/ 3883152 h 5215032"/>
                <a:gd name="connsiteX7" fmla="*/ 4264628 w 5403571"/>
                <a:gd name="connsiteY7" fmla="*/ 4165949 h 5215032"/>
                <a:gd name="connsiteX8" fmla="*/ 3608356 w 5403571"/>
                <a:gd name="connsiteY8" fmla="*/ 4599718 h 5215032"/>
                <a:gd name="connsiteX9" fmla="*/ 2767489 w 5403571"/>
                <a:gd name="connsiteY9" fmla="*/ 4738592 h 5215032"/>
                <a:gd name="connsiteX10" fmla="*/ 1165384 w 5403571"/>
                <a:gd name="connsiteY10" fmla="*/ 4094798 h 5215032"/>
                <a:gd name="connsiteX11" fmla="*/ 668369 w 5403571"/>
                <a:gd name="connsiteY11" fmla="*/ 3380709 h 5215032"/>
                <a:gd name="connsiteX12" fmla="*/ 486251 w 5403571"/>
                <a:gd name="connsiteY12" fmla="*/ 2503932 h 5215032"/>
                <a:gd name="connsiteX13" fmla="*/ 634270 w 5403571"/>
                <a:gd name="connsiteY13" fmla="*/ 2032730 h 5215032"/>
                <a:gd name="connsiteX14" fmla="*/ 1097756 w 5403571"/>
                <a:gd name="connsiteY14" fmla="*/ 1557623 h 5215032"/>
                <a:gd name="connsiteX15" fmla="*/ 1399223 w 5403571"/>
                <a:gd name="connsiteY15" fmla="*/ 1278541 h 5215032"/>
                <a:gd name="connsiteX16" fmla="*/ 2099596 w 5403571"/>
                <a:gd name="connsiteY16" fmla="*/ 690753 h 5215032"/>
                <a:gd name="connsiteX17" fmla="*/ 2825972 w 5403571"/>
                <a:gd name="connsiteY17" fmla="*/ 476250 h 5215032"/>
                <a:gd name="connsiteX18" fmla="*/ 2825972 w 5403571"/>
                <a:gd name="connsiteY18" fmla="*/ 0 h 5215032"/>
                <a:gd name="connsiteX19" fmla="*/ 1055370 w 5403571"/>
                <a:gd name="connsiteY19" fmla="*/ 941927 h 5215032"/>
                <a:gd name="connsiteX20" fmla="*/ 0 w 5403571"/>
                <a:gd name="connsiteY20" fmla="*/ 2504123 h 5215032"/>
                <a:gd name="connsiteX21" fmla="*/ 823817 w 5403571"/>
                <a:gd name="connsiteY21" fmla="*/ 4433983 h 5215032"/>
                <a:gd name="connsiteX22" fmla="*/ 2767298 w 5403571"/>
                <a:gd name="connsiteY22" fmla="*/ 5215033 h 5215032"/>
                <a:gd name="connsiteX23" fmla="*/ 4608291 w 5403571"/>
                <a:gd name="connsiteY23" fmla="*/ 4502849 h 5215032"/>
                <a:gd name="connsiteX24" fmla="*/ 5311807 w 5403571"/>
                <a:gd name="connsiteY24" fmla="*/ 2860262 h 5215032"/>
                <a:gd name="connsiteX25" fmla="*/ 4784122 w 5403571"/>
                <a:gd name="connsiteY25" fmla="*/ 964883 h 5215032"/>
                <a:gd name="connsiteX26" fmla="*/ 2825972 w 5403571"/>
                <a:gd name="connsiteY26" fmla="*/ 0 h 5215032"/>
                <a:gd name="connsiteX27" fmla="*/ 2825972 w 5403571"/>
                <a:gd name="connsiteY27" fmla="*/ 0 h 521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403571" h="5215032">
                  <a:moveTo>
                    <a:pt x="2825972" y="476250"/>
                  </a:moveTo>
                  <a:cubicBezTo>
                    <a:pt x="3142202" y="476250"/>
                    <a:pt x="3427000" y="545402"/>
                    <a:pt x="3696748" y="687705"/>
                  </a:cubicBezTo>
                  <a:cubicBezTo>
                    <a:pt x="3945636" y="819055"/>
                    <a:pt x="4181475" y="1012031"/>
                    <a:pt x="4417600" y="1277588"/>
                  </a:cubicBezTo>
                  <a:cubicBezTo>
                    <a:pt x="4619721" y="1504950"/>
                    <a:pt x="4768596" y="1746028"/>
                    <a:pt x="4848321" y="1974914"/>
                  </a:cubicBezTo>
                  <a:cubicBezTo>
                    <a:pt x="4938427" y="2233898"/>
                    <a:pt x="4940903" y="2469452"/>
                    <a:pt x="4855845" y="2695289"/>
                  </a:cubicBezTo>
                  <a:cubicBezTo>
                    <a:pt x="4716780" y="3064288"/>
                    <a:pt x="4647819" y="3333655"/>
                    <a:pt x="4597337" y="3530251"/>
                  </a:cubicBezTo>
                  <a:cubicBezTo>
                    <a:pt x="4557903" y="3684080"/>
                    <a:pt x="4529424" y="3795236"/>
                    <a:pt x="4486656" y="3883152"/>
                  </a:cubicBezTo>
                  <a:cubicBezTo>
                    <a:pt x="4456652" y="3944874"/>
                    <a:pt x="4406741" y="4026789"/>
                    <a:pt x="4264628" y="4165949"/>
                  </a:cubicBezTo>
                  <a:cubicBezTo>
                    <a:pt x="4060222" y="4366165"/>
                    <a:pt x="3845528" y="4508087"/>
                    <a:pt x="3608356" y="4599718"/>
                  </a:cubicBezTo>
                  <a:cubicBezTo>
                    <a:pt x="3366421" y="4693158"/>
                    <a:pt x="3091339" y="4738592"/>
                    <a:pt x="2767489" y="4738592"/>
                  </a:cubicBezTo>
                  <a:cubicBezTo>
                    <a:pt x="2163985" y="4738592"/>
                    <a:pt x="1594961" y="4509897"/>
                    <a:pt x="1165384" y="4094798"/>
                  </a:cubicBezTo>
                  <a:cubicBezTo>
                    <a:pt x="952405" y="3888962"/>
                    <a:pt x="785241" y="3648742"/>
                    <a:pt x="668369" y="3380709"/>
                  </a:cubicBezTo>
                  <a:cubicBezTo>
                    <a:pt x="547497" y="3103531"/>
                    <a:pt x="486251" y="2808542"/>
                    <a:pt x="486251" y="2503932"/>
                  </a:cubicBezTo>
                  <a:cubicBezTo>
                    <a:pt x="486251" y="2324672"/>
                    <a:pt x="531876" y="2179415"/>
                    <a:pt x="634270" y="2032730"/>
                  </a:cubicBezTo>
                  <a:cubicBezTo>
                    <a:pt x="744379" y="1874901"/>
                    <a:pt x="908114" y="1727835"/>
                    <a:pt x="1097756" y="1557623"/>
                  </a:cubicBezTo>
                  <a:cubicBezTo>
                    <a:pt x="1195673" y="1469708"/>
                    <a:pt x="1296924" y="1378744"/>
                    <a:pt x="1399223" y="1278541"/>
                  </a:cubicBezTo>
                  <a:cubicBezTo>
                    <a:pt x="1618298" y="1063943"/>
                    <a:pt x="1852803" y="841820"/>
                    <a:pt x="2099596" y="690753"/>
                  </a:cubicBezTo>
                  <a:cubicBezTo>
                    <a:pt x="2338769" y="544544"/>
                    <a:pt x="2569559" y="476250"/>
                    <a:pt x="2825972" y="476250"/>
                  </a:cubicBezTo>
                  <a:moveTo>
                    <a:pt x="2825972" y="0"/>
                  </a:moveTo>
                  <a:cubicBezTo>
                    <a:pt x="2061782" y="0"/>
                    <a:pt x="1556099" y="451390"/>
                    <a:pt x="1055370" y="941927"/>
                  </a:cubicBezTo>
                  <a:cubicBezTo>
                    <a:pt x="554546" y="1432465"/>
                    <a:pt x="0" y="1755553"/>
                    <a:pt x="0" y="2504123"/>
                  </a:cubicBezTo>
                  <a:cubicBezTo>
                    <a:pt x="0" y="3259360"/>
                    <a:pt x="315278" y="3942398"/>
                    <a:pt x="823817" y="4433983"/>
                  </a:cubicBezTo>
                  <a:cubicBezTo>
                    <a:pt x="1323499" y="4916996"/>
                    <a:pt x="2009870" y="5215033"/>
                    <a:pt x="2767298" y="5215033"/>
                  </a:cubicBezTo>
                  <a:cubicBezTo>
                    <a:pt x="3531489" y="5215033"/>
                    <a:pt x="4107466" y="4993386"/>
                    <a:pt x="4608291" y="4502849"/>
                  </a:cubicBezTo>
                  <a:cubicBezTo>
                    <a:pt x="5109115" y="4012311"/>
                    <a:pt x="4948333" y="3825145"/>
                    <a:pt x="5311807" y="2860262"/>
                  </a:cubicBezTo>
                  <a:cubicBezTo>
                    <a:pt x="5582889" y="2140839"/>
                    <a:pt x="5207413" y="1441133"/>
                    <a:pt x="4784122" y="964883"/>
                  </a:cubicBezTo>
                  <a:cubicBezTo>
                    <a:pt x="4276916" y="394240"/>
                    <a:pt x="3659124" y="0"/>
                    <a:pt x="2825972" y="0"/>
                  </a:cubicBezTo>
                  <a:lnTo>
                    <a:pt x="2825972" y="0"/>
                  </a:lnTo>
                  <a:close/>
                </a:path>
              </a:pathLst>
            </a:custGeom>
            <a:solidFill>
              <a:schemeClr val="bg1">
                <a:alpha val="20000"/>
              </a:scheme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49BB7DD-3AC4-4700-B992-7B8FD441AC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41969" y="1450733"/>
              <a:ext cx="5253605" cy="5316811"/>
            </a:xfrm>
            <a:custGeom>
              <a:avLst/>
              <a:gdLst>
                <a:gd name="connsiteX0" fmla="*/ 5161121 w 5253605"/>
                <a:gd name="connsiteY0" fmla="*/ 2988712 h 5316811"/>
                <a:gd name="connsiteX1" fmla="*/ 5009674 w 5253605"/>
                <a:gd name="connsiteY1" fmla="*/ 3428671 h 5316811"/>
                <a:gd name="connsiteX2" fmla="*/ 4975955 w 5253605"/>
                <a:gd name="connsiteY2" fmla="*/ 3540304 h 5316811"/>
                <a:gd name="connsiteX3" fmla="*/ 4943380 w 5253605"/>
                <a:gd name="connsiteY3" fmla="*/ 3653366 h 5316811"/>
                <a:gd name="connsiteX4" fmla="*/ 4910995 w 5253605"/>
                <a:gd name="connsiteY4" fmla="*/ 3768619 h 5316811"/>
                <a:gd name="connsiteX5" fmla="*/ 4894421 w 5253605"/>
                <a:gd name="connsiteY5" fmla="*/ 3827102 h 5316811"/>
                <a:gd name="connsiteX6" fmla="*/ 4876514 w 5253605"/>
                <a:gd name="connsiteY6" fmla="*/ 3886824 h 5316811"/>
                <a:gd name="connsiteX7" fmla="*/ 4857179 w 5253605"/>
                <a:gd name="connsiteY7" fmla="*/ 3947307 h 5316811"/>
                <a:gd name="connsiteX8" fmla="*/ 4835843 w 5253605"/>
                <a:gd name="connsiteY8" fmla="*/ 4008458 h 5316811"/>
                <a:gd name="connsiteX9" fmla="*/ 4811935 w 5253605"/>
                <a:gd name="connsiteY9" fmla="*/ 4069990 h 5316811"/>
                <a:gd name="connsiteX10" fmla="*/ 4783932 w 5253605"/>
                <a:gd name="connsiteY10" fmla="*/ 4131236 h 5316811"/>
                <a:gd name="connsiteX11" fmla="*/ 4643057 w 5253605"/>
                <a:gd name="connsiteY11" fmla="*/ 4359931 h 5316811"/>
                <a:gd name="connsiteX12" fmla="*/ 4474178 w 5253605"/>
                <a:gd name="connsiteY12" fmla="*/ 4555670 h 5316811"/>
                <a:gd name="connsiteX13" fmla="*/ 4429792 w 5253605"/>
                <a:gd name="connsiteY13" fmla="*/ 4600913 h 5316811"/>
                <a:gd name="connsiteX14" fmla="*/ 4384929 w 5253605"/>
                <a:gd name="connsiteY14" fmla="*/ 4645681 h 5316811"/>
                <a:gd name="connsiteX15" fmla="*/ 4338733 w 5253605"/>
                <a:gd name="connsiteY15" fmla="*/ 4689400 h 5316811"/>
                <a:gd name="connsiteX16" fmla="*/ 4291965 w 5253605"/>
                <a:gd name="connsiteY16" fmla="*/ 4732739 h 5316811"/>
                <a:gd name="connsiteX17" fmla="*/ 4243864 w 5253605"/>
                <a:gd name="connsiteY17" fmla="*/ 4774840 h 5316811"/>
                <a:gd name="connsiteX18" fmla="*/ 4195001 w 5253605"/>
                <a:gd name="connsiteY18" fmla="*/ 4816464 h 5316811"/>
                <a:gd name="connsiteX19" fmla="*/ 4182713 w 5253605"/>
                <a:gd name="connsiteY19" fmla="*/ 4826846 h 5316811"/>
                <a:gd name="connsiteX20" fmla="*/ 4169950 w 5253605"/>
                <a:gd name="connsiteY20" fmla="*/ 4836752 h 5316811"/>
                <a:gd name="connsiteX21" fmla="*/ 4144423 w 5253605"/>
                <a:gd name="connsiteY21" fmla="*/ 4856469 h 5316811"/>
                <a:gd name="connsiteX22" fmla="*/ 4093274 w 5253605"/>
                <a:gd name="connsiteY22" fmla="*/ 4895998 h 5316811"/>
                <a:gd name="connsiteX23" fmla="*/ 3986975 w 5253605"/>
                <a:gd name="connsiteY23" fmla="*/ 4970674 h 5316811"/>
                <a:gd name="connsiteX24" fmla="*/ 3875818 w 5253605"/>
                <a:gd name="connsiteY24" fmla="*/ 5039159 h 5316811"/>
                <a:gd name="connsiteX25" fmla="*/ 3391757 w 5253605"/>
                <a:gd name="connsiteY25" fmla="*/ 5239184 h 5316811"/>
                <a:gd name="connsiteX26" fmla="*/ 2878931 w 5253605"/>
                <a:gd name="connsiteY26" fmla="*/ 5314431 h 5316811"/>
                <a:gd name="connsiteX27" fmla="*/ 2814828 w 5253605"/>
                <a:gd name="connsiteY27" fmla="*/ 5316145 h 5316811"/>
                <a:gd name="connsiteX28" fmla="*/ 2782824 w 5253605"/>
                <a:gd name="connsiteY28" fmla="*/ 5316812 h 5316811"/>
                <a:gd name="connsiteX29" fmla="*/ 2750915 w 5253605"/>
                <a:gd name="connsiteY29" fmla="*/ 5316336 h 5316811"/>
                <a:gd name="connsiteX30" fmla="*/ 2687193 w 5253605"/>
                <a:gd name="connsiteY30" fmla="*/ 5314812 h 5316811"/>
                <a:gd name="connsiteX31" fmla="*/ 2623280 w 5253605"/>
                <a:gd name="connsiteY31" fmla="*/ 5312050 h 5316811"/>
                <a:gd name="connsiteX32" fmla="*/ 2494598 w 5253605"/>
                <a:gd name="connsiteY32" fmla="*/ 5301572 h 5316811"/>
                <a:gd name="connsiteX33" fmla="*/ 2366772 w 5253605"/>
                <a:gd name="connsiteY33" fmla="*/ 5284713 h 5316811"/>
                <a:gd name="connsiteX34" fmla="*/ 2240280 w 5253605"/>
                <a:gd name="connsiteY34" fmla="*/ 5261377 h 5316811"/>
                <a:gd name="connsiteX35" fmla="*/ 2115312 w 5253605"/>
                <a:gd name="connsiteY35" fmla="*/ 5232516 h 5316811"/>
                <a:gd name="connsiteX36" fmla="*/ 1992154 w 5253605"/>
                <a:gd name="connsiteY36" fmla="*/ 5198226 h 5316811"/>
                <a:gd name="connsiteX37" fmla="*/ 1931289 w 5253605"/>
                <a:gd name="connsiteY37" fmla="*/ 5179081 h 5316811"/>
                <a:gd name="connsiteX38" fmla="*/ 1870805 w 5253605"/>
                <a:gd name="connsiteY38" fmla="*/ 5159269 h 5316811"/>
                <a:gd name="connsiteX39" fmla="*/ 1405985 w 5253605"/>
                <a:gd name="connsiteY39" fmla="*/ 4958482 h 5316811"/>
                <a:gd name="connsiteX40" fmla="*/ 980027 w 5253605"/>
                <a:gd name="connsiteY40" fmla="*/ 4689210 h 5316811"/>
                <a:gd name="connsiteX41" fmla="*/ 881634 w 5253605"/>
                <a:gd name="connsiteY41" fmla="*/ 4610438 h 5316811"/>
                <a:gd name="connsiteX42" fmla="*/ 787337 w 5253605"/>
                <a:gd name="connsiteY42" fmla="*/ 4526904 h 5316811"/>
                <a:gd name="connsiteX43" fmla="*/ 764191 w 5253605"/>
                <a:gd name="connsiteY43" fmla="*/ 4505568 h 5316811"/>
                <a:gd name="connsiteX44" fmla="*/ 752570 w 5253605"/>
                <a:gd name="connsiteY44" fmla="*/ 4494900 h 5316811"/>
                <a:gd name="connsiteX45" fmla="*/ 741426 w 5253605"/>
                <a:gd name="connsiteY45" fmla="*/ 4483756 h 5316811"/>
                <a:gd name="connsiteX46" fmla="*/ 697040 w 5253605"/>
                <a:gd name="connsiteY46" fmla="*/ 4439083 h 5316811"/>
                <a:gd name="connsiteX47" fmla="*/ 652748 w 5253605"/>
                <a:gd name="connsiteY47" fmla="*/ 4394221 h 5316811"/>
                <a:gd name="connsiteX48" fmla="*/ 610076 w 5253605"/>
                <a:gd name="connsiteY48" fmla="*/ 4347929 h 5316811"/>
                <a:gd name="connsiteX49" fmla="*/ 567595 w 5253605"/>
                <a:gd name="connsiteY49" fmla="*/ 4301352 h 5316811"/>
                <a:gd name="connsiteX50" fmla="*/ 527209 w 5253605"/>
                <a:gd name="connsiteY50" fmla="*/ 4252965 h 5316811"/>
                <a:gd name="connsiteX51" fmla="*/ 487204 w 5253605"/>
                <a:gd name="connsiteY51" fmla="*/ 4204292 h 5316811"/>
                <a:gd name="connsiteX52" fmla="*/ 449866 w 5253605"/>
                <a:gd name="connsiteY52" fmla="*/ 4153619 h 5316811"/>
                <a:gd name="connsiteX53" fmla="*/ 413004 w 5253605"/>
                <a:gd name="connsiteY53" fmla="*/ 4102565 h 5316811"/>
                <a:gd name="connsiteX54" fmla="*/ 379190 w 5253605"/>
                <a:gd name="connsiteY54" fmla="*/ 4049416 h 5316811"/>
                <a:gd name="connsiteX55" fmla="*/ 345853 w 5253605"/>
                <a:gd name="connsiteY55" fmla="*/ 3996076 h 5316811"/>
                <a:gd name="connsiteX56" fmla="*/ 315182 w 5253605"/>
                <a:gd name="connsiteY56" fmla="*/ 3941212 h 5316811"/>
                <a:gd name="connsiteX57" fmla="*/ 124492 w 5253605"/>
                <a:gd name="connsiteY57" fmla="*/ 3479630 h 5316811"/>
                <a:gd name="connsiteX58" fmla="*/ 27527 w 5253605"/>
                <a:gd name="connsiteY58" fmla="*/ 2994998 h 5316811"/>
                <a:gd name="connsiteX59" fmla="*/ 14573 w 5253605"/>
                <a:gd name="connsiteY59" fmla="*/ 2872792 h 5316811"/>
                <a:gd name="connsiteX60" fmla="*/ 6001 w 5253605"/>
                <a:gd name="connsiteY60" fmla="*/ 2750396 h 5316811"/>
                <a:gd name="connsiteX61" fmla="*/ 4858 w 5253605"/>
                <a:gd name="connsiteY61" fmla="*/ 2735061 h 5316811"/>
                <a:gd name="connsiteX62" fmla="*/ 4382 w 5253605"/>
                <a:gd name="connsiteY62" fmla="*/ 2719726 h 5316811"/>
                <a:gd name="connsiteX63" fmla="*/ 3429 w 5253605"/>
                <a:gd name="connsiteY63" fmla="*/ 2689055 h 5316811"/>
                <a:gd name="connsiteX64" fmla="*/ 1143 w 5253605"/>
                <a:gd name="connsiteY64" fmla="*/ 2627714 h 5316811"/>
                <a:gd name="connsiteX65" fmla="*/ 0 w 5253605"/>
                <a:gd name="connsiteY65" fmla="*/ 2596948 h 5316811"/>
                <a:gd name="connsiteX66" fmla="*/ 95 w 5253605"/>
                <a:gd name="connsiteY66" fmla="*/ 2565516 h 5316811"/>
                <a:gd name="connsiteX67" fmla="*/ 0 w 5253605"/>
                <a:gd name="connsiteY67" fmla="*/ 2534083 h 5316811"/>
                <a:gd name="connsiteX68" fmla="*/ 1334 w 5253605"/>
                <a:gd name="connsiteY68" fmla="*/ 2502556 h 5316811"/>
                <a:gd name="connsiteX69" fmla="*/ 31814 w 5253605"/>
                <a:gd name="connsiteY69" fmla="*/ 2249476 h 5316811"/>
                <a:gd name="connsiteX70" fmla="*/ 107156 w 5253605"/>
                <a:gd name="connsiteY70" fmla="*/ 2000874 h 5316811"/>
                <a:gd name="connsiteX71" fmla="*/ 368999 w 5253605"/>
                <a:gd name="connsiteY71" fmla="*/ 1552722 h 5316811"/>
                <a:gd name="connsiteX72" fmla="*/ 693706 w 5253605"/>
                <a:gd name="connsiteY72" fmla="*/ 1180390 h 5316811"/>
                <a:gd name="connsiteX73" fmla="*/ 854488 w 5253605"/>
                <a:gd name="connsiteY73" fmla="*/ 1011131 h 5316811"/>
                <a:gd name="connsiteX74" fmla="*/ 934784 w 5253605"/>
                <a:gd name="connsiteY74" fmla="*/ 924168 h 5316811"/>
                <a:gd name="connsiteX75" fmla="*/ 1019175 w 5253605"/>
                <a:gd name="connsiteY75" fmla="*/ 835014 h 5316811"/>
                <a:gd name="connsiteX76" fmla="*/ 1390841 w 5253605"/>
                <a:gd name="connsiteY76" fmla="*/ 492019 h 5316811"/>
                <a:gd name="connsiteX77" fmla="*/ 1838897 w 5253605"/>
                <a:gd name="connsiteY77" fmla="*/ 201792 h 5316811"/>
                <a:gd name="connsiteX78" fmla="*/ 2367058 w 5253605"/>
                <a:gd name="connsiteY78" fmla="*/ 26532 h 5316811"/>
                <a:gd name="connsiteX79" fmla="*/ 2401729 w 5253605"/>
                <a:gd name="connsiteY79" fmla="*/ 20721 h 5316811"/>
                <a:gd name="connsiteX80" fmla="*/ 2436495 w 5253605"/>
                <a:gd name="connsiteY80" fmla="*/ 16054 h 5316811"/>
                <a:gd name="connsiteX81" fmla="*/ 2471357 w 5253605"/>
                <a:gd name="connsiteY81" fmla="*/ 11577 h 5316811"/>
                <a:gd name="connsiteX82" fmla="*/ 2506218 w 5253605"/>
                <a:gd name="connsiteY82" fmla="*/ 8148 h 5316811"/>
                <a:gd name="connsiteX83" fmla="*/ 2576036 w 5253605"/>
                <a:gd name="connsiteY83" fmla="*/ 3100 h 5316811"/>
                <a:gd name="connsiteX84" fmla="*/ 2645759 w 5253605"/>
                <a:gd name="connsiteY84" fmla="*/ 528 h 5316811"/>
                <a:gd name="connsiteX85" fmla="*/ 2680526 w 5253605"/>
                <a:gd name="connsiteY85" fmla="*/ 147 h 5316811"/>
                <a:gd name="connsiteX86" fmla="*/ 2714816 w 5253605"/>
                <a:gd name="connsiteY86" fmla="*/ 433 h 5316811"/>
                <a:gd name="connsiteX87" fmla="*/ 2781967 w 5253605"/>
                <a:gd name="connsiteY87" fmla="*/ 3195 h 5316811"/>
                <a:gd name="connsiteX88" fmla="*/ 2849023 w 5253605"/>
                <a:gd name="connsiteY88" fmla="*/ 6148 h 5316811"/>
                <a:gd name="connsiteX89" fmla="*/ 2916174 w 5253605"/>
                <a:gd name="connsiteY89" fmla="*/ 12435 h 5316811"/>
                <a:gd name="connsiteX90" fmla="*/ 3444621 w 5253605"/>
                <a:gd name="connsiteY90" fmla="*/ 123401 h 5316811"/>
                <a:gd name="connsiteX91" fmla="*/ 3571589 w 5253605"/>
                <a:gd name="connsiteY91" fmla="*/ 169788 h 5316811"/>
                <a:gd name="connsiteX92" fmla="*/ 3602736 w 5253605"/>
                <a:gd name="connsiteY92" fmla="*/ 182551 h 5316811"/>
                <a:gd name="connsiteX93" fmla="*/ 3633597 w 5253605"/>
                <a:gd name="connsiteY93" fmla="*/ 195981 h 5316811"/>
                <a:gd name="connsiteX94" fmla="*/ 3695319 w 5253605"/>
                <a:gd name="connsiteY94" fmla="*/ 222937 h 5316811"/>
                <a:gd name="connsiteX95" fmla="*/ 3725799 w 5253605"/>
                <a:gd name="connsiteY95" fmla="*/ 237130 h 5316811"/>
                <a:gd name="connsiteX96" fmla="*/ 3740944 w 5253605"/>
                <a:gd name="connsiteY96" fmla="*/ 244368 h 5316811"/>
                <a:gd name="connsiteX97" fmla="*/ 3755327 w 5253605"/>
                <a:gd name="connsiteY97" fmla="*/ 253132 h 5316811"/>
                <a:gd name="connsiteX98" fmla="*/ 3812381 w 5253605"/>
                <a:gd name="connsiteY98" fmla="*/ 288660 h 5316811"/>
                <a:gd name="connsiteX99" fmla="*/ 3840575 w 5253605"/>
                <a:gd name="connsiteY99" fmla="*/ 306662 h 5316811"/>
                <a:gd name="connsiteX100" fmla="*/ 3867912 w 5253605"/>
                <a:gd name="connsiteY100" fmla="*/ 325807 h 5316811"/>
                <a:gd name="connsiteX101" fmla="*/ 3922014 w 5253605"/>
                <a:gd name="connsiteY101" fmla="*/ 364574 h 5316811"/>
                <a:gd name="connsiteX102" fmla="*/ 4307682 w 5253605"/>
                <a:gd name="connsiteY102" fmla="*/ 712522 h 5316811"/>
                <a:gd name="connsiteX103" fmla="*/ 4351592 w 5253605"/>
                <a:gd name="connsiteY103" fmla="*/ 758433 h 5316811"/>
                <a:gd name="connsiteX104" fmla="*/ 4393788 w 5253605"/>
                <a:gd name="connsiteY104" fmla="*/ 805486 h 5316811"/>
                <a:gd name="connsiteX105" fmla="*/ 4436078 w 5253605"/>
                <a:gd name="connsiteY105" fmla="*/ 852159 h 5316811"/>
                <a:gd name="connsiteX106" fmla="*/ 4477131 w 5253605"/>
                <a:gd name="connsiteY106" fmla="*/ 899593 h 5316811"/>
                <a:gd name="connsiteX107" fmla="*/ 4558189 w 5253605"/>
                <a:gd name="connsiteY107" fmla="*/ 994558 h 5316811"/>
                <a:gd name="connsiteX108" fmla="*/ 4598575 w 5253605"/>
                <a:gd name="connsiteY108" fmla="*/ 1041802 h 5316811"/>
                <a:gd name="connsiteX109" fmla="*/ 4639437 w 5253605"/>
                <a:gd name="connsiteY109" fmla="*/ 1088855 h 5316811"/>
                <a:gd name="connsiteX110" fmla="*/ 4800124 w 5253605"/>
                <a:gd name="connsiteY110" fmla="*/ 1281832 h 5316811"/>
                <a:gd name="connsiteX111" fmla="*/ 4943571 w 5253605"/>
                <a:gd name="connsiteY111" fmla="*/ 1489667 h 5316811"/>
                <a:gd name="connsiteX112" fmla="*/ 5163407 w 5253605"/>
                <a:gd name="connsiteY112" fmla="*/ 1951153 h 5316811"/>
                <a:gd name="connsiteX113" fmla="*/ 5253514 w 5253605"/>
                <a:gd name="connsiteY113" fmla="*/ 2466361 h 5316811"/>
                <a:gd name="connsiteX114" fmla="*/ 5231321 w 5253605"/>
                <a:gd name="connsiteY114" fmla="*/ 2731632 h 5316811"/>
                <a:gd name="connsiteX115" fmla="*/ 5161121 w 5253605"/>
                <a:gd name="connsiteY115" fmla="*/ 2988712 h 5316811"/>
                <a:gd name="connsiteX116" fmla="*/ 4854893 w 5253605"/>
                <a:gd name="connsiteY116" fmla="*/ 2877174 h 5316811"/>
                <a:gd name="connsiteX117" fmla="*/ 4932045 w 5253605"/>
                <a:gd name="connsiteY117" fmla="*/ 2465789 h 5316811"/>
                <a:gd name="connsiteX118" fmla="*/ 4869371 w 5253605"/>
                <a:gd name="connsiteY118" fmla="*/ 2043355 h 5316811"/>
                <a:gd name="connsiteX119" fmla="*/ 4688777 w 5253605"/>
                <a:gd name="connsiteY119" fmla="*/ 1639210 h 5316811"/>
                <a:gd name="connsiteX120" fmla="*/ 4566285 w 5253605"/>
                <a:gd name="connsiteY120" fmla="*/ 1449186 h 5316811"/>
                <a:gd name="connsiteX121" fmla="*/ 4427411 w 5253605"/>
                <a:gd name="connsiteY121" fmla="*/ 1268211 h 5316811"/>
                <a:gd name="connsiteX122" fmla="*/ 4262819 w 5253605"/>
                <a:gd name="connsiteY122" fmla="*/ 1106381 h 5316811"/>
                <a:gd name="connsiteX123" fmla="*/ 4174141 w 5253605"/>
                <a:gd name="connsiteY123" fmla="*/ 1033134 h 5316811"/>
                <a:gd name="connsiteX124" fmla="*/ 4128992 w 5253605"/>
                <a:gd name="connsiteY124" fmla="*/ 997891 h 5316811"/>
                <a:gd name="connsiteX125" fmla="*/ 4082225 w 5253605"/>
                <a:gd name="connsiteY125" fmla="*/ 965125 h 5316811"/>
                <a:gd name="connsiteX126" fmla="*/ 3690176 w 5253605"/>
                <a:gd name="connsiteY126" fmla="*/ 749479 h 5316811"/>
                <a:gd name="connsiteX127" fmla="*/ 3639598 w 5253605"/>
                <a:gd name="connsiteY127" fmla="*/ 728810 h 5316811"/>
                <a:gd name="connsiteX128" fmla="*/ 3614547 w 5253605"/>
                <a:gd name="connsiteY128" fmla="*/ 718237 h 5316811"/>
                <a:gd name="connsiteX129" fmla="*/ 3589020 w 5253605"/>
                <a:gd name="connsiteY129" fmla="*/ 708998 h 5316811"/>
                <a:gd name="connsiteX130" fmla="*/ 3538061 w 5253605"/>
                <a:gd name="connsiteY130" fmla="*/ 690996 h 5316811"/>
                <a:gd name="connsiteX131" fmla="*/ 3525393 w 5253605"/>
                <a:gd name="connsiteY131" fmla="*/ 686424 h 5316811"/>
                <a:gd name="connsiteX132" fmla="*/ 3513582 w 5253605"/>
                <a:gd name="connsiteY132" fmla="*/ 680233 h 5316811"/>
                <a:gd name="connsiteX133" fmla="*/ 3489198 w 5253605"/>
                <a:gd name="connsiteY133" fmla="*/ 669565 h 5316811"/>
                <a:gd name="connsiteX134" fmla="*/ 3439954 w 5253605"/>
                <a:gd name="connsiteY134" fmla="*/ 649467 h 5316811"/>
                <a:gd name="connsiteX135" fmla="*/ 3415379 w 5253605"/>
                <a:gd name="connsiteY135" fmla="*/ 639370 h 5316811"/>
                <a:gd name="connsiteX136" fmla="*/ 3390614 w 5253605"/>
                <a:gd name="connsiteY136" fmla="*/ 629845 h 5316811"/>
                <a:gd name="connsiteX137" fmla="*/ 3289935 w 5253605"/>
                <a:gd name="connsiteY137" fmla="*/ 596127 h 5316811"/>
                <a:gd name="connsiteX138" fmla="*/ 2872359 w 5253605"/>
                <a:gd name="connsiteY138" fmla="*/ 522879 h 5316811"/>
                <a:gd name="connsiteX139" fmla="*/ 2819114 w 5253605"/>
                <a:gd name="connsiteY139" fmla="*/ 519260 h 5316811"/>
                <a:gd name="connsiteX140" fmla="*/ 2765489 w 5253605"/>
                <a:gd name="connsiteY140" fmla="*/ 518593 h 5316811"/>
                <a:gd name="connsiteX141" fmla="*/ 2711863 w 5253605"/>
                <a:gd name="connsiteY141" fmla="*/ 517736 h 5316811"/>
                <a:gd name="connsiteX142" fmla="*/ 2685764 w 5253605"/>
                <a:gd name="connsiteY142" fmla="*/ 517927 h 5316811"/>
                <a:gd name="connsiteX143" fmla="*/ 2660142 w 5253605"/>
                <a:gd name="connsiteY143" fmla="*/ 518689 h 5316811"/>
                <a:gd name="connsiteX144" fmla="*/ 2609183 w 5253605"/>
                <a:gd name="connsiteY144" fmla="*/ 521546 h 5316811"/>
                <a:gd name="connsiteX145" fmla="*/ 2558606 w 5253605"/>
                <a:gd name="connsiteY145" fmla="*/ 526118 h 5316811"/>
                <a:gd name="connsiteX146" fmla="*/ 2533364 w 5253605"/>
                <a:gd name="connsiteY146" fmla="*/ 528690 h 5316811"/>
                <a:gd name="connsiteX147" fmla="*/ 2508314 w 5253605"/>
                <a:gd name="connsiteY147" fmla="*/ 532119 h 5316811"/>
                <a:gd name="connsiteX148" fmla="*/ 2483263 w 5253605"/>
                <a:gd name="connsiteY148" fmla="*/ 535548 h 5316811"/>
                <a:gd name="connsiteX149" fmla="*/ 2458403 w 5253605"/>
                <a:gd name="connsiteY149" fmla="*/ 539929 h 5316811"/>
                <a:gd name="connsiteX150" fmla="*/ 2073021 w 5253605"/>
                <a:gd name="connsiteY150" fmla="*/ 664993 h 5316811"/>
                <a:gd name="connsiteX151" fmla="*/ 1711262 w 5253605"/>
                <a:gd name="connsiteY151" fmla="*/ 892069 h 5316811"/>
                <a:gd name="connsiteX152" fmla="*/ 1361599 w 5253605"/>
                <a:gd name="connsiteY152" fmla="*/ 1183153 h 5316811"/>
                <a:gd name="connsiteX153" fmla="*/ 1182338 w 5253605"/>
                <a:gd name="connsiteY153" fmla="*/ 1342030 h 5316811"/>
                <a:gd name="connsiteX154" fmla="*/ 991553 w 5253605"/>
                <a:gd name="connsiteY154" fmla="*/ 1499859 h 5316811"/>
                <a:gd name="connsiteX155" fmla="*/ 616649 w 5253605"/>
                <a:gd name="connsiteY155" fmla="*/ 1785133 h 5316811"/>
                <a:gd name="connsiteX156" fmla="*/ 447580 w 5253605"/>
                <a:gd name="connsiteY156" fmla="*/ 1933056 h 5316811"/>
                <a:gd name="connsiteX157" fmla="*/ 306419 w 5253605"/>
                <a:gd name="connsiteY157" fmla="*/ 2101458 h 5316811"/>
                <a:gd name="connsiteX158" fmla="*/ 207740 w 5253605"/>
                <a:gd name="connsiteY158" fmla="*/ 2296720 h 5316811"/>
                <a:gd name="connsiteX159" fmla="*/ 159734 w 5253605"/>
                <a:gd name="connsiteY159" fmla="*/ 2513224 h 5316811"/>
                <a:gd name="connsiteX160" fmla="*/ 156972 w 5253605"/>
                <a:gd name="connsiteY160" fmla="*/ 2541132 h 5316811"/>
                <a:gd name="connsiteX161" fmla="*/ 155543 w 5253605"/>
                <a:gd name="connsiteY161" fmla="*/ 2569231 h 5316811"/>
                <a:gd name="connsiteX162" fmla="*/ 154305 w 5253605"/>
                <a:gd name="connsiteY162" fmla="*/ 2597424 h 5316811"/>
                <a:gd name="connsiteX163" fmla="*/ 154400 w 5253605"/>
                <a:gd name="connsiteY163" fmla="*/ 2626286 h 5316811"/>
                <a:gd name="connsiteX164" fmla="*/ 155162 w 5253605"/>
                <a:gd name="connsiteY164" fmla="*/ 2684102 h 5316811"/>
                <a:gd name="connsiteX165" fmla="*/ 155734 w 5253605"/>
                <a:gd name="connsiteY165" fmla="*/ 2713058 h 5316811"/>
                <a:gd name="connsiteX166" fmla="*/ 156019 w 5253605"/>
                <a:gd name="connsiteY166" fmla="*/ 2727536 h 5316811"/>
                <a:gd name="connsiteX167" fmla="*/ 157163 w 5253605"/>
                <a:gd name="connsiteY167" fmla="*/ 2741919 h 5316811"/>
                <a:gd name="connsiteX168" fmla="*/ 167450 w 5253605"/>
                <a:gd name="connsiteY168" fmla="*/ 2857171 h 5316811"/>
                <a:gd name="connsiteX169" fmla="*/ 185261 w 5253605"/>
                <a:gd name="connsiteY169" fmla="*/ 2971471 h 5316811"/>
                <a:gd name="connsiteX170" fmla="*/ 323374 w 5253605"/>
                <a:gd name="connsiteY170" fmla="*/ 3410288 h 5316811"/>
                <a:gd name="connsiteX171" fmla="*/ 539020 w 5253605"/>
                <a:gd name="connsiteY171" fmla="*/ 3812243 h 5316811"/>
                <a:gd name="connsiteX172" fmla="*/ 569405 w 5253605"/>
                <a:gd name="connsiteY172" fmla="*/ 3860249 h 5316811"/>
                <a:gd name="connsiteX173" fmla="*/ 601790 w 5253605"/>
                <a:gd name="connsiteY173" fmla="*/ 3906922 h 5316811"/>
                <a:gd name="connsiteX174" fmla="*/ 633698 w 5253605"/>
                <a:gd name="connsiteY174" fmla="*/ 3953785 h 5316811"/>
                <a:gd name="connsiteX175" fmla="*/ 667417 w 5253605"/>
                <a:gd name="connsiteY175" fmla="*/ 3999505 h 5316811"/>
                <a:gd name="connsiteX176" fmla="*/ 700564 w 5253605"/>
                <a:gd name="connsiteY176" fmla="*/ 4045606 h 5316811"/>
                <a:gd name="connsiteX177" fmla="*/ 735521 w 5253605"/>
                <a:gd name="connsiteY177" fmla="*/ 4090373 h 5316811"/>
                <a:gd name="connsiteX178" fmla="*/ 770287 w 5253605"/>
                <a:gd name="connsiteY178" fmla="*/ 4135331 h 5316811"/>
                <a:gd name="connsiteX179" fmla="*/ 806958 w 5253605"/>
                <a:gd name="connsiteY179" fmla="*/ 4178861 h 5316811"/>
                <a:gd name="connsiteX180" fmla="*/ 843915 w 5253605"/>
                <a:gd name="connsiteY180" fmla="*/ 4222104 h 5316811"/>
                <a:gd name="connsiteX181" fmla="*/ 882872 w 5253605"/>
                <a:gd name="connsiteY181" fmla="*/ 4263728 h 5316811"/>
                <a:gd name="connsiteX182" fmla="*/ 922401 w 5253605"/>
                <a:gd name="connsiteY182" fmla="*/ 4304781 h 5316811"/>
                <a:gd name="connsiteX183" fmla="*/ 932307 w 5253605"/>
                <a:gd name="connsiteY183" fmla="*/ 4315068 h 5316811"/>
                <a:gd name="connsiteX184" fmla="*/ 942689 w 5253605"/>
                <a:gd name="connsiteY184" fmla="*/ 4324783 h 5316811"/>
                <a:gd name="connsiteX185" fmla="*/ 963454 w 5253605"/>
                <a:gd name="connsiteY185" fmla="*/ 4344310 h 5316811"/>
                <a:gd name="connsiteX186" fmla="*/ 1005078 w 5253605"/>
                <a:gd name="connsiteY186" fmla="*/ 4383362 h 5316811"/>
                <a:gd name="connsiteX187" fmla="*/ 1015460 w 5253605"/>
                <a:gd name="connsiteY187" fmla="*/ 4393173 h 5316811"/>
                <a:gd name="connsiteX188" fmla="*/ 1026319 w 5253605"/>
                <a:gd name="connsiteY188" fmla="*/ 4402412 h 5316811"/>
                <a:gd name="connsiteX189" fmla="*/ 1047941 w 5253605"/>
                <a:gd name="connsiteY189" fmla="*/ 4420986 h 5316811"/>
                <a:gd name="connsiteX190" fmla="*/ 1135666 w 5253605"/>
                <a:gd name="connsiteY190" fmla="*/ 4494138 h 5316811"/>
                <a:gd name="connsiteX191" fmla="*/ 1520190 w 5253605"/>
                <a:gd name="connsiteY191" fmla="*/ 4741407 h 5316811"/>
                <a:gd name="connsiteX192" fmla="*/ 1949577 w 5253605"/>
                <a:gd name="connsiteY192" fmla="*/ 4898284 h 5316811"/>
                <a:gd name="connsiteX193" fmla="*/ 2005298 w 5253605"/>
                <a:gd name="connsiteY193" fmla="*/ 4910761 h 5316811"/>
                <a:gd name="connsiteX194" fmla="*/ 2061210 w 5253605"/>
                <a:gd name="connsiteY194" fmla="*/ 4922191 h 5316811"/>
                <a:gd name="connsiteX195" fmla="*/ 2117503 w 5253605"/>
                <a:gd name="connsiteY195" fmla="*/ 4931336 h 5316811"/>
                <a:gd name="connsiteX196" fmla="*/ 2145602 w 5253605"/>
                <a:gd name="connsiteY196" fmla="*/ 4935907 h 5316811"/>
                <a:gd name="connsiteX197" fmla="*/ 2173796 w 5253605"/>
                <a:gd name="connsiteY197" fmla="*/ 4939908 h 5316811"/>
                <a:gd name="connsiteX198" fmla="*/ 2286857 w 5253605"/>
                <a:gd name="connsiteY198" fmla="*/ 4952005 h 5316811"/>
                <a:gd name="connsiteX199" fmla="*/ 2400109 w 5253605"/>
                <a:gd name="connsiteY199" fmla="*/ 4958482 h 5316811"/>
                <a:gd name="connsiteX200" fmla="*/ 2513267 w 5253605"/>
                <a:gd name="connsiteY200" fmla="*/ 4959815 h 5316811"/>
                <a:gd name="connsiteX201" fmla="*/ 2569750 w 5253605"/>
                <a:gd name="connsiteY201" fmla="*/ 4958101 h 5316811"/>
                <a:gd name="connsiteX202" fmla="*/ 2626043 w 5253605"/>
                <a:gd name="connsiteY202" fmla="*/ 4956386 h 5316811"/>
                <a:gd name="connsiteX203" fmla="*/ 2682907 w 5253605"/>
                <a:gd name="connsiteY203" fmla="*/ 4953243 h 5316811"/>
                <a:gd name="connsiteX204" fmla="*/ 2739962 w 5253605"/>
                <a:gd name="connsiteY204" fmla="*/ 4949433 h 5316811"/>
                <a:gd name="connsiteX205" fmla="*/ 2768441 w 5253605"/>
                <a:gd name="connsiteY205" fmla="*/ 4947814 h 5316811"/>
                <a:gd name="connsiteX206" fmla="*/ 2796731 w 5253605"/>
                <a:gd name="connsiteY206" fmla="*/ 4945052 h 5316811"/>
                <a:gd name="connsiteX207" fmla="*/ 2853214 w 5253605"/>
                <a:gd name="connsiteY207" fmla="*/ 4939718 h 5316811"/>
                <a:gd name="connsiteX208" fmla="*/ 3293555 w 5253605"/>
                <a:gd name="connsiteY208" fmla="*/ 4866947 h 5316811"/>
                <a:gd name="connsiteX209" fmla="*/ 3709988 w 5253605"/>
                <a:gd name="connsiteY209" fmla="*/ 4726739 h 5316811"/>
                <a:gd name="connsiteX210" fmla="*/ 3809524 w 5253605"/>
                <a:gd name="connsiteY210" fmla="*/ 4678637 h 5316811"/>
                <a:gd name="connsiteX211" fmla="*/ 3906679 w 5253605"/>
                <a:gd name="connsiteY211" fmla="*/ 4624726 h 5316811"/>
                <a:gd name="connsiteX212" fmla="*/ 3954018 w 5253605"/>
                <a:gd name="connsiteY212" fmla="*/ 4595198 h 5316811"/>
                <a:gd name="connsiteX213" fmla="*/ 3977735 w 5253605"/>
                <a:gd name="connsiteY213" fmla="*/ 4580339 h 5316811"/>
                <a:gd name="connsiteX214" fmla="*/ 3989546 w 5253605"/>
                <a:gd name="connsiteY214" fmla="*/ 4572910 h 5316811"/>
                <a:gd name="connsiteX215" fmla="*/ 4000976 w 5253605"/>
                <a:gd name="connsiteY215" fmla="*/ 4564814 h 5316811"/>
                <a:gd name="connsiteX216" fmla="*/ 4046982 w 5253605"/>
                <a:gd name="connsiteY216" fmla="*/ 4532619 h 5316811"/>
                <a:gd name="connsiteX217" fmla="*/ 4092416 w 5253605"/>
                <a:gd name="connsiteY217" fmla="*/ 4499377 h 5316811"/>
                <a:gd name="connsiteX218" fmla="*/ 4136708 w 5253605"/>
                <a:gd name="connsiteY218" fmla="*/ 4464325 h 5316811"/>
                <a:gd name="connsiteX219" fmla="*/ 4180237 w 5253605"/>
                <a:gd name="connsiteY219" fmla="*/ 4428225 h 5316811"/>
                <a:gd name="connsiteX220" fmla="*/ 4222718 w 5253605"/>
                <a:gd name="connsiteY220" fmla="*/ 4390601 h 5316811"/>
                <a:gd name="connsiteX221" fmla="*/ 4264248 w 5253605"/>
                <a:gd name="connsiteY221" fmla="*/ 4352120 h 5316811"/>
                <a:gd name="connsiteX222" fmla="*/ 4413028 w 5253605"/>
                <a:gd name="connsiteY222" fmla="*/ 4189052 h 5316811"/>
                <a:gd name="connsiteX223" fmla="*/ 4522566 w 5253605"/>
                <a:gd name="connsiteY223" fmla="*/ 4011220 h 5316811"/>
                <a:gd name="connsiteX224" fmla="*/ 4543425 w 5253605"/>
                <a:gd name="connsiteY224" fmla="*/ 3963500 h 5316811"/>
                <a:gd name="connsiteX225" fmla="*/ 4561332 w 5253605"/>
                <a:gd name="connsiteY225" fmla="*/ 3913208 h 5316811"/>
                <a:gd name="connsiteX226" fmla="*/ 4577715 w 5253605"/>
                <a:gd name="connsiteY226" fmla="*/ 3861106 h 5316811"/>
                <a:gd name="connsiteX227" fmla="*/ 4593050 w 5253605"/>
                <a:gd name="connsiteY227" fmla="*/ 3807481 h 5316811"/>
                <a:gd name="connsiteX228" fmla="*/ 4706017 w 5253605"/>
                <a:gd name="connsiteY228" fmla="*/ 3343423 h 5316811"/>
                <a:gd name="connsiteX229" fmla="*/ 4854893 w 5253605"/>
                <a:gd name="connsiteY229" fmla="*/ 2877174 h 5316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Lst>
              <a:rect l="l" t="t" r="r" b="b"/>
              <a:pathLst>
                <a:path w="5253605" h="5316811">
                  <a:moveTo>
                    <a:pt x="5161121" y="2988712"/>
                  </a:moveTo>
                  <a:cubicBezTo>
                    <a:pt x="5107591" y="3134635"/>
                    <a:pt x="5055585" y="3280557"/>
                    <a:pt x="5009674" y="3428671"/>
                  </a:cubicBezTo>
                  <a:lnTo>
                    <a:pt x="4975955" y="3540304"/>
                  </a:lnTo>
                  <a:lnTo>
                    <a:pt x="4943380" y="3653366"/>
                  </a:lnTo>
                  <a:lnTo>
                    <a:pt x="4910995" y="3768619"/>
                  </a:lnTo>
                  <a:lnTo>
                    <a:pt x="4894421" y="3827102"/>
                  </a:lnTo>
                  <a:lnTo>
                    <a:pt x="4876514" y="3886824"/>
                  </a:lnTo>
                  <a:cubicBezTo>
                    <a:pt x="4870990" y="3906541"/>
                    <a:pt x="4863846" y="3927115"/>
                    <a:pt x="4857179" y="3947307"/>
                  </a:cubicBezTo>
                  <a:cubicBezTo>
                    <a:pt x="4850130" y="3967691"/>
                    <a:pt x="4844415" y="3987789"/>
                    <a:pt x="4835843" y="4008458"/>
                  </a:cubicBezTo>
                  <a:lnTo>
                    <a:pt x="4811935" y="4069990"/>
                  </a:lnTo>
                  <a:cubicBezTo>
                    <a:pt x="4802982" y="4090468"/>
                    <a:pt x="4793361" y="4110852"/>
                    <a:pt x="4783932" y="4131236"/>
                  </a:cubicBezTo>
                  <a:cubicBezTo>
                    <a:pt x="4744498" y="4211912"/>
                    <a:pt x="4697349" y="4290874"/>
                    <a:pt x="4643057" y="4359931"/>
                  </a:cubicBezTo>
                  <a:cubicBezTo>
                    <a:pt x="4590288" y="4430987"/>
                    <a:pt x="4532186" y="4493948"/>
                    <a:pt x="4474178" y="4555670"/>
                  </a:cubicBezTo>
                  <a:cubicBezTo>
                    <a:pt x="4459986" y="4571576"/>
                    <a:pt x="4444746" y="4586054"/>
                    <a:pt x="4429792" y="4600913"/>
                  </a:cubicBezTo>
                  <a:lnTo>
                    <a:pt x="4384929" y="4645681"/>
                  </a:lnTo>
                  <a:cubicBezTo>
                    <a:pt x="4370261" y="4660921"/>
                    <a:pt x="4354354" y="4674923"/>
                    <a:pt x="4338733" y="4689400"/>
                  </a:cubicBezTo>
                  <a:lnTo>
                    <a:pt x="4291965" y="4732739"/>
                  </a:lnTo>
                  <a:cubicBezTo>
                    <a:pt x="4276630" y="4747408"/>
                    <a:pt x="4259961" y="4760933"/>
                    <a:pt x="4243864" y="4774840"/>
                  </a:cubicBezTo>
                  <a:lnTo>
                    <a:pt x="4195001" y="4816464"/>
                  </a:lnTo>
                  <a:lnTo>
                    <a:pt x="4182713" y="4826846"/>
                  </a:lnTo>
                  <a:lnTo>
                    <a:pt x="4169950" y="4836752"/>
                  </a:lnTo>
                  <a:lnTo>
                    <a:pt x="4144423" y="4856469"/>
                  </a:lnTo>
                  <a:lnTo>
                    <a:pt x="4093274" y="4895998"/>
                  </a:lnTo>
                  <a:cubicBezTo>
                    <a:pt x="4058603" y="4921620"/>
                    <a:pt x="4022503" y="4945718"/>
                    <a:pt x="3986975" y="4970674"/>
                  </a:cubicBezTo>
                  <a:cubicBezTo>
                    <a:pt x="3950303" y="4993820"/>
                    <a:pt x="3913156" y="5016679"/>
                    <a:pt x="3875818" y="5039159"/>
                  </a:cubicBezTo>
                  <a:cubicBezTo>
                    <a:pt x="3724656" y="5126407"/>
                    <a:pt x="3560636" y="5194225"/>
                    <a:pt x="3391757" y="5239184"/>
                  </a:cubicBezTo>
                  <a:cubicBezTo>
                    <a:pt x="3222879" y="5284332"/>
                    <a:pt x="3049905" y="5307954"/>
                    <a:pt x="2878931" y="5314431"/>
                  </a:cubicBezTo>
                  <a:lnTo>
                    <a:pt x="2814828" y="5316145"/>
                  </a:lnTo>
                  <a:lnTo>
                    <a:pt x="2782824" y="5316812"/>
                  </a:lnTo>
                  <a:lnTo>
                    <a:pt x="2750915" y="5316336"/>
                  </a:lnTo>
                  <a:lnTo>
                    <a:pt x="2687193" y="5314812"/>
                  </a:lnTo>
                  <a:cubicBezTo>
                    <a:pt x="2665952" y="5314241"/>
                    <a:pt x="2644902" y="5314050"/>
                    <a:pt x="2623280" y="5312050"/>
                  </a:cubicBezTo>
                  <a:cubicBezTo>
                    <a:pt x="2580227" y="5308811"/>
                    <a:pt x="2537365" y="5306239"/>
                    <a:pt x="2494598" y="5301572"/>
                  </a:cubicBezTo>
                  <a:lnTo>
                    <a:pt x="2366772" y="5284713"/>
                  </a:lnTo>
                  <a:lnTo>
                    <a:pt x="2240280" y="5261377"/>
                  </a:lnTo>
                  <a:cubicBezTo>
                    <a:pt x="2198465" y="5252042"/>
                    <a:pt x="2156841" y="5242041"/>
                    <a:pt x="2115312" y="5232516"/>
                  </a:cubicBezTo>
                  <a:cubicBezTo>
                    <a:pt x="2073974" y="5222134"/>
                    <a:pt x="2033111" y="5209466"/>
                    <a:pt x="1992154" y="5198226"/>
                  </a:cubicBezTo>
                  <a:cubicBezTo>
                    <a:pt x="1971580" y="5192987"/>
                    <a:pt x="1951577" y="5185558"/>
                    <a:pt x="1931289" y="5179081"/>
                  </a:cubicBezTo>
                  <a:lnTo>
                    <a:pt x="1870805" y="5159269"/>
                  </a:lnTo>
                  <a:cubicBezTo>
                    <a:pt x="1710309" y="5104214"/>
                    <a:pt x="1554861" y="5037063"/>
                    <a:pt x="1405985" y="4958482"/>
                  </a:cubicBezTo>
                  <a:cubicBezTo>
                    <a:pt x="1257205" y="4879805"/>
                    <a:pt x="1113854" y="4790937"/>
                    <a:pt x="980027" y="4689210"/>
                  </a:cubicBezTo>
                  <a:cubicBezTo>
                    <a:pt x="945928" y="4664636"/>
                    <a:pt x="914019" y="4637204"/>
                    <a:pt x="881634" y="4610438"/>
                  </a:cubicBezTo>
                  <a:cubicBezTo>
                    <a:pt x="848678" y="4584245"/>
                    <a:pt x="818293" y="4555289"/>
                    <a:pt x="787337" y="4526904"/>
                  </a:cubicBezTo>
                  <a:lnTo>
                    <a:pt x="764191" y="4505568"/>
                  </a:lnTo>
                  <a:lnTo>
                    <a:pt x="752570" y="4494900"/>
                  </a:lnTo>
                  <a:lnTo>
                    <a:pt x="741426" y="4483756"/>
                  </a:lnTo>
                  <a:lnTo>
                    <a:pt x="697040" y="4439083"/>
                  </a:lnTo>
                  <a:cubicBezTo>
                    <a:pt x="682371" y="4424034"/>
                    <a:pt x="666941" y="4409842"/>
                    <a:pt x="652748" y="4394221"/>
                  </a:cubicBezTo>
                  <a:lnTo>
                    <a:pt x="610076" y="4347929"/>
                  </a:lnTo>
                  <a:cubicBezTo>
                    <a:pt x="595979" y="4332404"/>
                    <a:pt x="581311" y="4317259"/>
                    <a:pt x="567595" y="4301352"/>
                  </a:cubicBezTo>
                  <a:lnTo>
                    <a:pt x="527209" y="4252965"/>
                  </a:lnTo>
                  <a:cubicBezTo>
                    <a:pt x="513874" y="4236773"/>
                    <a:pt x="500158" y="4220771"/>
                    <a:pt x="487204" y="4204292"/>
                  </a:cubicBezTo>
                  <a:lnTo>
                    <a:pt x="449866" y="4153619"/>
                  </a:lnTo>
                  <a:lnTo>
                    <a:pt x="413004" y="4102565"/>
                  </a:lnTo>
                  <a:lnTo>
                    <a:pt x="379190" y="4049416"/>
                  </a:lnTo>
                  <a:cubicBezTo>
                    <a:pt x="367856" y="4031794"/>
                    <a:pt x="356902" y="4013887"/>
                    <a:pt x="345853" y="3996076"/>
                  </a:cubicBezTo>
                  <a:cubicBezTo>
                    <a:pt x="335280" y="3977978"/>
                    <a:pt x="325374" y="3959499"/>
                    <a:pt x="315182" y="3941212"/>
                  </a:cubicBezTo>
                  <a:cubicBezTo>
                    <a:pt x="233839" y="3794717"/>
                    <a:pt x="170974" y="3638888"/>
                    <a:pt x="124492" y="3479630"/>
                  </a:cubicBezTo>
                  <a:cubicBezTo>
                    <a:pt x="77724" y="3320277"/>
                    <a:pt x="47911" y="3157685"/>
                    <a:pt x="27527" y="2994998"/>
                  </a:cubicBezTo>
                  <a:cubicBezTo>
                    <a:pt x="23527" y="2954136"/>
                    <a:pt x="19336" y="2913464"/>
                    <a:pt x="14573" y="2872792"/>
                  </a:cubicBezTo>
                  <a:cubicBezTo>
                    <a:pt x="11811" y="2831930"/>
                    <a:pt x="9239" y="2791163"/>
                    <a:pt x="6001" y="2750396"/>
                  </a:cubicBezTo>
                  <a:lnTo>
                    <a:pt x="4858" y="2735061"/>
                  </a:lnTo>
                  <a:lnTo>
                    <a:pt x="4382" y="2719726"/>
                  </a:lnTo>
                  <a:lnTo>
                    <a:pt x="3429" y="2689055"/>
                  </a:lnTo>
                  <a:lnTo>
                    <a:pt x="1143" y="2627714"/>
                  </a:lnTo>
                  <a:cubicBezTo>
                    <a:pt x="857" y="2617427"/>
                    <a:pt x="95" y="2607331"/>
                    <a:pt x="0" y="2596948"/>
                  </a:cubicBezTo>
                  <a:lnTo>
                    <a:pt x="95" y="2565516"/>
                  </a:lnTo>
                  <a:lnTo>
                    <a:pt x="0" y="2534083"/>
                  </a:lnTo>
                  <a:cubicBezTo>
                    <a:pt x="286" y="2523606"/>
                    <a:pt x="857" y="2513033"/>
                    <a:pt x="1334" y="2502556"/>
                  </a:cubicBezTo>
                  <a:cubicBezTo>
                    <a:pt x="4572" y="2418450"/>
                    <a:pt x="14288" y="2333677"/>
                    <a:pt x="31814" y="2249476"/>
                  </a:cubicBezTo>
                  <a:cubicBezTo>
                    <a:pt x="49340" y="2165371"/>
                    <a:pt x="74771" y="2081932"/>
                    <a:pt x="107156" y="2000874"/>
                  </a:cubicBezTo>
                  <a:cubicBezTo>
                    <a:pt x="172307" y="1838568"/>
                    <a:pt x="266129" y="1688454"/>
                    <a:pt x="368999" y="1552722"/>
                  </a:cubicBezTo>
                  <a:cubicBezTo>
                    <a:pt x="472250" y="1416896"/>
                    <a:pt x="584359" y="1295071"/>
                    <a:pt x="693706" y="1180390"/>
                  </a:cubicBezTo>
                  <a:cubicBezTo>
                    <a:pt x="748379" y="1122955"/>
                    <a:pt x="802672" y="1067233"/>
                    <a:pt x="854488" y="1011131"/>
                  </a:cubicBezTo>
                  <a:lnTo>
                    <a:pt x="934784" y="924168"/>
                  </a:lnTo>
                  <a:cubicBezTo>
                    <a:pt x="962501" y="894354"/>
                    <a:pt x="990600" y="864637"/>
                    <a:pt x="1019175" y="835014"/>
                  </a:cubicBezTo>
                  <a:cubicBezTo>
                    <a:pt x="1133380" y="716618"/>
                    <a:pt x="1255490" y="600318"/>
                    <a:pt x="1390841" y="492019"/>
                  </a:cubicBezTo>
                  <a:cubicBezTo>
                    <a:pt x="1525905" y="383814"/>
                    <a:pt x="1674876" y="283611"/>
                    <a:pt x="1838897" y="201792"/>
                  </a:cubicBezTo>
                  <a:cubicBezTo>
                    <a:pt x="2002536" y="119972"/>
                    <a:pt x="2182082" y="57869"/>
                    <a:pt x="2367058" y="26532"/>
                  </a:cubicBezTo>
                  <a:lnTo>
                    <a:pt x="2401729" y="20721"/>
                  </a:lnTo>
                  <a:cubicBezTo>
                    <a:pt x="2413349" y="19007"/>
                    <a:pt x="2424970" y="17578"/>
                    <a:pt x="2436495" y="16054"/>
                  </a:cubicBezTo>
                  <a:lnTo>
                    <a:pt x="2471357" y="11577"/>
                  </a:lnTo>
                  <a:cubicBezTo>
                    <a:pt x="2482977" y="10149"/>
                    <a:pt x="2494598" y="9291"/>
                    <a:pt x="2506218" y="8148"/>
                  </a:cubicBezTo>
                  <a:cubicBezTo>
                    <a:pt x="2529459" y="6148"/>
                    <a:pt x="2552796" y="3957"/>
                    <a:pt x="2576036" y="3100"/>
                  </a:cubicBezTo>
                  <a:cubicBezTo>
                    <a:pt x="2599277" y="2052"/>
                    <a:pt x="2622614" y="433"/>
                    <a:pt x="2645759" y="528"/>
                  </a:cubicBezTo>
                  <a:lnTo>
                    <a:pt x="2680526" y="147"/>
                  </a:lnTo>
                  <a:cubicBezTo>
                    <a:pt x="2692146" y="-43"/>
                    <a:pt x="2703767" y="-138"/>
                    <a:pt x="2714816" y="433"/>
                  </a:cubicBezTo>
                  <a:lnTo>
                    <a:pt x="2781967" y="3195"/>
                  </a:lnTo>
                  <a:lnTo>
                    <a:pt x="2849023" y="6148"/>
                  </a:lnTo>
                  <a:cubicBezTo>
                    <a:pt x="2871407" y="7291"/>
                    <a:pt x="2893790" y="10339"/>
                    <a:pt x="2916174" y="12435"/>
                  </a:cubicBezTo>
                  <a:cubicBezTo>
                    <a:pt x="3095054" y="29675"/>
                    <a:pt x="3273362" y="66346"/>
                    <a:pt x="3444621" y="123401"/>
                  </a:cubicBezTo>
                  <a:lnTo>
                    <a:pt x="3571589" y="169788"/>
                  </a:lnTo>
                  <a:cubicBezTo>
                    <a:pt x="3582257" y="173407"/>
                    <a:pt x="3592449" y="178170"/>
                    <a:pt x="3602736" y="182551"/>
                  </a:cubicBezTo>
                  <a:lnTo>
                    <a:pt x="3633597" y="195981"/>
                  </a:lnTo>
                  <a:lnTo>
                    <a:pt x="3695319" y="222937"/>
                  </a:lnTo>
                  <a:cubicBezTo>
                    <a:pt x="3705606" y="227414"/>
                    <a:pt x="3715893" y="231891"/>
                    <a:pt x="3725799" y="237130"/>
                  </a:cubicBezTo>
                  <a:cubicBezTo>
                    <a:pt x="3730847" y="239606"/>
                    <a:pt x="3735991" y="241702"/>
                    <a:pt x="3740944" y="244368"/>
                  </a:cubicBezTo>
                  <a:cubicBezTo>
                    <a:pt x="3745802" y="247131"/>
                    <a:pt x="3750564" y="250274"/>
                    <a:pt x="3755327" y="253132"/>
                  </a:cubicBezTo>
                  <a:lnTo>
                    <a:pt x="3812381" y="288660"/>
                  </a:lnTo>
                  <a:cubicBezTo>
                    <a:pt x="3821811" y="294660"/>
                    <a:pt x="3831527" y="300185"/>
                    <a:pt x="3840575" y="306662"/>
                  </a:cubicBezTo>
                  <a:lnTo>
                    <a:pt x="3867912" y="325807"/>
                  </a:lnTo>
                  <a:lnTo>
                    <a:pt x="3922014" y="364574"/>
                  </a:lnTo>
                  <a:cubicBezTo>
                    <a:pt x="4064603" y="469730"/>
                    <a:pt x="4190619" y="589745"/>
                    <a:pt x="4307682" y="712522"/>
                  </a:cubicBezTo>
                  <a:cubicBezTo>
                    <a:pt x="4322255" y="727953"/>
                    <a:pt x="4336923" y="743288"/>
                    <a:pt x="4351592" y="758433"/>
                  </a:cubicBezTo>
                  <a:lnTo>
                    <a:pt x="4393788" y="805486"/>
                  </a:lnTo>
                  <a:lnTo>
                    <a:pt x="4436078" y="852159"/>
                  </a:lnTo>
                  <a:cubicBezTo>
                    <a:pt x="4450366" y="867589"/>
                    <a:pt x="4463320" y="883972"/>
                    <a:pt x="4477131" y="899593"/>
                  </a:cubicBezTo>
                  <a:cubicBezTo>
                    <a:pt x="4504087" y="931407"/>
                    <a:pt x="4532091" y="962458"/>
                    <a:pt x="4558189" y="994558"/>
                  </a:cubicBezTo>
                  <a:cubicBezTo>
                    <a:pt x="4571524" y="1010369"/>
                    <a:pt x="4584859" y="1026276"/>
                    <a:pt x="4598575" y="1041802"/>
                  </a:cubicBezTo>
                  <a:cubicBezTo>
                    <a:pt x="4612100" y="1057423"/>
                    <a:pt x="4626007" y="1072758"/>
                    <a:pt x="4639437" y="1088855"/>
                  </a:cubicBezTo>
                  <a:cubicBezTo>
                    <a:pt x="4694111" y="1152006"/>
                    <a:pt x="4748594" y="1215538"/>
                    <a:pt x="4800124" y="1281832"/>
                  </a:cubicBezTo>
                  <a:cubicBezTo>
                    <a:pt x="4851750" y="1348030"/>
                    <a:pt x="4899088" y="1417849"/>
                    <a:pt x="4943571" y="1489667"/>
                  </a:cubicBezTo>
                  <a:cubicBezTo>
                    <a:pt x="5032344" y="1633495"/>
                    <a:pt x="5107782" y="1787514"/>
                    <a:pt x="5163407" y="1951153"/>
                  </a:cubicBezTo>
                  <a:cubicBezTo>
                    <a:pt x="5218843" y="2114602"/>
                    <a:pt x="5251990" y="2289005"/>
                    <a:pt x="5253514" y="2466361"/>
                  </a:cubicBezTo>
                  <a:cubicBezTo>
                    <a:pt x="5254562" y="2554943"/>
                    <a:pt x="5246656" y="2644002"/>
                    <a:pt x="5231321" y="2731632"/>
                  </a:cubicBezTo>
                  <a:cubicBezTo>
                    <a:pt x="5215700" y="2819262"/>
                    <a:pt x="5191792" y="2905463"/>
                    <a:pt x="5161121" y="2988712"/>
                  </a:cubicBezTo>
                  <a:close/>
                  <a:moveTo>
                    <a:pt x="4854893" y="2877174"/>
                  </a:moveTo>
                  <a:cubicBezTo>
                    <a:pt x="4904137" y="2745062"/>
                    <a:pt x="4929950" y="2606473"/>
                    <a:pt x="4932045" y="2465789"/>
                  </a:cubicBezTo>
                  <a:cubicBezTo>
                    <a:pt x="4934331" y="2325105"/>
                    <a:pt x="4911567" y="2182516"/>
                    <a:pt x="4869371" y="2043355"/>
                  </a:cubicBezTo>
                  <a:cubicBezTo>
                    <a:pt x="4827366" y="1903909"/>
                    <a:pt x="4764596" y="1768559"/>
                    <a:pt x="4688777" y="1639210"/>
                  </a:cubicBezTo>
                  <a:cubicBezTo>
                    <a:pt x="4650963" y="1574440"/>
                    <a:pt x="4609148" y="1511575"/>
                    <a:pt x="4566285" y="1449186"/>
                  </a:cubicBezTo>
                  <a:cubicBezTo>
                    <a:pt x="4523232" y="1386892"/>
                    <a:pt x="4477608" y="1325742"/>
                    <a:pt x="4427411" y="1268211"/>
                  </a:cubicBezTo>
                  <a:cubicBezTo>
                    <a:pt x="4376261" y="1211156"/>
                    <a:pt x="4321302" y="1156197"/>
                    <a:pt x="4262819" y="1106381"/>
                  </a:cubicBezTo>
                  <a:cubicBezTo>
                    <a:pt x="4234339" y="1080473"/>
                    <a:pt x="4204335" y="1056661"/>
                    <a:pt x="4174141" y="1033134"/>
                  </a:cubicBezTo>
                  <a:cubicBezTo>
                    <a:pt x="4159091" y="1021323"/>
                    <a:pt x="4144137" y="1009417"/>
                    <a:pt x="4128992" y="997891"/>
                  </a:cubicBezTo>
                  <a:cubicBezTo>
                    <a:pt x="4113467" y="986842"/>
                    <a:pt x="4097846" y="975889"/>
                    <a:pt x="4082225" y="965125"/>
                  </a:cubicBezTo>
                  <a:cubicBezTo>
                    <a:pt x="3957542" y="877876"/>
                    <a:pt x="3824478" y="806915"/>
                    <a:pt x="3690176" y="749479"/>
                  </a:cubicBezTo>
                  <a:lnTo>
                    <a:pt x="3639598" y="728810"/>
                  </a:lnTo>
                  <a:lnTo>
                    <a:pt x="3614547" y="718237"/>
                  </a:lnTo>
                  <a:cubicBezTo>
                    <a:pt x="3606260" y="714618"/>
                    <a:pt x="3597497" y="712046"/>
                    <a:pt x="3589020" y="708998"/>
                  </a:cubicBezTo>
                  <a:lnTo>
                    <a:pt x="3538061" y="690996"/>
                  </a:lnTo>
                  <a:cubicBezTo>
                    <a:pt x="3533871" y="689472"/>
                    <a:pt x="3529584" y="688043"/>
                    <a:pt x="3525393" y="686424"/>
                  </a:cubicBezTo>
                  <a:cubicBezTo>
                    <a:pt x="3521297" y="684614"/>
                    <a:pt x="3517583" y="682233"/>
                    <a:pt x="3513582" y="680233"/>
                  </a:cubicBezTo>
                  <a:cubicBezTo>
                    <a:pt x="3505676" y="676137"/>
                    <a:pt x="3497390" y="672898"/>
                    <a:pt x="3489198" y="669565"/>
                  </a:cubicBezTo>
                  <a:lnTo>
                    <a:pt x="3439954" y="649467"/>
                  </a:lnTo>
                  <a:lnTo>
                    <a:pt x="3415379" y="639370"/>
                  </a:lnTo>
                  <a:cubicBezTo>
                    <a:pt x="3407188" y="636037"/>
                    <a:pt x="3399092" y="632417"/>
                    <a:pt x="3390614" y="629845"/>
                  </a:cubicBezTo>
                  <a:lnTo>
                    <a:pt x="3289935" y="596127"/>
                  </a:lnTo>
                  <a:cubicBezTo>
                    <a:pt x="3154490" y="555360"/>
                    <a:pt x="3014377" y="531833"/>
                    <a:pt x="2872359" y="522879"/>
                  </a:cubicBezTo>
                  <a:cubicBezTo>
                    <a:pt x="2854547" y="521832"/>
                    <a:pt x="2837021" y="519641"/>
                    <a:pt x="2819114" y="519260"/>
                  </a:cubicBezTo>
                  <a:lnTo>
                    <a:pt x="2765489" y="518593"/>
                  </a:lnTo>
                  <a:lnTo>
                    <a:pt x="2711863" y="517736"/>
                  </a:lnTo>
                  <a:cubicBezTo>
                    <a:pt x="2702814" y="517355"/>
                    <a:pt x="2694242" y="517546"/>
                    <a:pt x="2685764" y="517927"/>
                  </a:cubicBezTo>
                  <a:lnTo>
                    <a:pt x="2660142" y="518689"/>
                  </a:lnTo>
                  <a:cubicBezTo>
                    <a:pt x="2642997" y="518784"/>
                    <a:pt x="2626138" y="520498"/>
                    <a:pt x="2609183" y="521546"/>
                  </a:cubicBezTo>
                  <a:cubicBezTo>
                    <a:pt x="2592134" y="522308"/>
                    <a:pt x="2575370" y="524404"/>
                    <a:pt x="2558606" y="526118"/>
                  </a:cubicBezTo>
                  <a:cubicBezTo>
                    <a:pt x="2550224" y="526975"/>
                    <a:pt x="2541746" y="527547"/>
                    <a:pt x="2533364" y="528690"/>
                  </a:cubicBezTo>
                  <a:lnTo>
                    <a:pt x="2508314" y="532119"/>
                  </a:lnTo>
                  <a:lnTo>
                    <a:pt x="2483263" y="535548"/>
                  </a:lnTo>
                  <a:lnTo>
                    <a:pt x="2458403" y="539929"/>
                  </a:lnTo>
                  <a:cubicBezTo>
                    <a:pt x="2325910" y="563075"/>
                    <a:pt x="2197418" y="604699"/>
                    <a:pt x="2073021" y="664993"/>
                  </a:cubicBezTo>
                  <a:cubicBezTo>
                    <a:pt x="1948529" y="725000"/>
                    <a:pt x="1828705" y="803296"/>
                    <a:pt x="1711262" y="892069"/>
                  </a:cubicBezTo>
                  <a:cubicBezTo>
                    <a:pt x="1593818" y="981032"/>
                    <a:pt x="1478566" y="1080283"/>
                    <a:pt x="1361599" y="1183153"/>
                  </a:cubicBezTo>
                  <a:lnTo>
                    <a:pt x="1182338" y="1342030"/>
                  </a:lnTo>
                  <a:cubicBezTo>
                    <a:pt x="1118997" y="1397084"/>
                    <a:pt x="1055370" y="1449662"/>
                    <a:pt x="991553" y="1499859"/>
                  </a:cubicBezTo>
                  <a:cubicBezTo>
                    <a:pt x="864013" y="1600538"/>
                    <a:pt x="735521" y="1690645"/>
                    <a:pt x="616649" y="1785133"/>
                  </a:cubicBezTo>
                  <a:cubicBezTo>
                    <a:pt x="557117" y="1832376"/>
                    <a:pt x="500158" y="1880954"/>
                    <a:pt x="447580" y="1933056"/>
                  </a:cubicBezTo>
                  <a:cubicBezTo>
                    <a:pt x="395002" y="1985062"/>
                    <a:pt x="346901" y="2040688"/>
                    <a:pt x="306419" y="2101458"/>
                  </a:cubicBezTo>
                  <a:cubicBezTo>
                    <a:pt x="265652" y="2161942"/>
                    <a:pt x="232315" y="2227474"/>
                    <a:pt x="207740" y="2296720"/>
                  </a:cubicBezTo>
                  <a:cubicBezTo>
                    <a:pt x="183071" y="2365967"/>
                    <a:pt x="167164" y="2438833"/>
                    <a:pt x="159734" y="2513224"/>
                  </a:cubicBezTo>
                  <a:lnTo>
                    <a:pt x="156972" y="2541132"/>
                  </a:lnTo>
                  <a:lnTo>
                    <a:pt x="155543" y="2569231"/>
                  </a:lnTo>
                  <a:lnTo>
                    <a:pt x="154305" y="2597424"/>
                  </a:lnTo>
                  <a:cubicBezTo>
                    <a:pt x="154115" y="2606949"/>
                    <a:pt x="154305" y="2616665"/>
                    <a:pt x="154400" y="2626286"/>
                  </a:cubicBezTo>
                  <a:lnTo>
                    <a:pt x="155162" y="2684102"/>
                  </a:lnTo>
                  <a:lnTo>
                    <a:pt x="155734" y="2713058"/>
                  </a:lnTo>
                  <a:lnTo>
                    <a:pt x="156019" y="2727536"/>
                  </a:lnTo>
                  <a:lnTo>
                    <a:pt x="157163" y="2741919"/>
                  </a:lnTo>
                  <a:cubicBezTo>
                    <a:pt x="160211" y="2780400"/>
                    <a:pt x="163354" y="2818881"/>
                    <a:pt x="167450" y="2857171"/>
                  </a:cubicBezTo>
                  <a:cubicBezTo>
                    <a:pt x="172974" y="2895367"/>
                    <a:pt x="179070" y="2933467"/>
                    <a:pt x="185261" y="2971471"/>
                  </a:cubicBezTo>
                  <a:cubicBezTo>
                    <a:pt x="213741" y="3123109"/>
                    <a:pt x="262604" y="3270080"/>
                    <a:pt x="323374" y="3410288"/>
                  </a:cubicBezTo>
                  <a:cubicBezTo>
                    <a:pt x="384334" y="3550687"/>
                    <a:pt x="457772" y="3684322"/>
                    <a:pt x="539020" y="3812243"/>
                  </a:cubicBezTo>
                  <a:cubicBezTo>
                    <a:pt x="549212" y="3828245"/>
                    <a:pt x="559022" y="3844438"/>
                    <a:pt x="569405" y="3860249"/>
                  </a:cubicBezTo>
                  <a:cubicBezTo>
                    <a:pt x="580263" y="3875775"/>
                    <a:pt x="591217" y="3891301"/>
                    <a:pt x="601790" y="3906922"/>
                  </a:cubicBezTo>
                  <a:lnTo>
                    <a:pt x="633698" y="3953785"/>
                  </a:lnTo>
                  <a:lnTo>
                    <a:pt x="667417" y="3999505"/>
                  </a:lnTo>
                  <a:cubicBezTo>
                    <a:pt x="678656" y="4014745"/>
                    <a:pt x="689515" y="4030270"/>
                    <a:pt x="700564" y="4045606"/>
                  </a:cubicBezTo>
                  <a:lnTo>
                    <a:pt x="735521" y="4090373"/>
                  </a:lnTo>
                  <a:lnTo>
                    <a:pt x="770287" y="4135331"/>
                  </a:lnTo>
                  <a:cubicBezTo>
                    <a:pt x="782098" y="4150190"/>
                    <a:pt x="794766" y="4164287"/>
                    <a:pt x="806958" y="4178861"/>
                  </a:cubicBezTo>
                  <a:lnTo>
                    <a:pt x="843915" y="4222104"/>
                  </a:lnTo>
                  <a:cubicBezTo>
                    <a:pt x="856298" y="4236487"/>
                    <a:pt x="869823" y="4249822"/>
                    <a:pt x="882872" y="4263728"/>
                  </a:cubicBezTo>
                  <a:lnTo>
                    <a:pt x="922401" y="4304781"/>
                  </a:lnTo>
                  <a:lnTo>
                    <a:pt x="932307" y="4315068"/>
                  </a:lnTo>
                  <a:lnTo>
                    <a:pt x="942689" y="4324783"/>
                  </a:lnTo>
                  <a:lnTo>
                    <a:pt x="963454" y="4344310"/>
                  </a:lnTo>
                  <a:lnTo>
                    <a:pt x="1005078" y="4383362"/>
                  </a:lnTo>
                  <a:lnTo>
                    <a:pt x="1015460" y="4393173"/>
                  </a:lnTo>
                  <a:lnTo>
                    <a:pt x="1026319" y="4402412"/>
                  </a:lnTo>
                  <a:lnTo>
                    <a:pt x="1047941" y="4420986"/>
                  </a:lnTo>
                  <a:cubicBezTo>
                    <a:pt x="1076801" y="4445751"/>
                    <a:pt x="1105186" y="4471183"/>
                    <a:pt x="1135666" y="4494138"/>
                  </a:cubicBezTo>
                  <a:cubicBezTo>
                    <a:pt x="1254824" y="4589102"/>
                    <a:pt x="1383221" y="4673494"/>
                    <a:pt x="1520190" y="4741407"/>
                  </a:cubicBezTo>
                  <a:cubicBezTo>
                    <a:pt x="1657064" y="4809511"/>
                    <a:pt x="1801463" y="4862375"/>
                    <a:pt x="1949577" y="4898284"/>
                  </a:cubicBezTo>
                  <a:lnTo>
                    <a:pt x="2005298" y="4910761"/>
                  </a:lnTo>
                  <a:cubicBezTo>
                    <a:pt x="2023967" y="4914667"/>
                    <a:pt x="2042255" y="4919525"/>
                    <a:pt x="2061210" y="4922191"/>
                  </a:cubicBezTo>
                  <a:lnTo>
                    <a:pt x="2117503" y="4931336"/>
                  </a:lnTo>
                  <a:lnTo>
                    <a:pt x="2145602" y="4935907"/>
                  </a:lnTo>
                  <a:cubicBezTo>
                    <a:pt x="2154936" y="4937432"/>
                    <a:pt x="2164271" y="4939051"/>
                    <a:pt x="2173796" y="4939908"/>
                  </a:cubicBezTo>
                  <a:cubicBezTo>
                    <a:pt x="2211610" y="4943909"/>
                    <a:pt x="2249234" y="4948576"/>
                    <a:pt x="2286857" y="4952005"/>
                  </a:cubicBezTo>
                  <a:lnTo>
                    <a:pt x="2400109" y="4958482"/>
                  </a:lnTo>
                  <a:lnTo>
                    <a:pt x="2513267" y="4959815"/>
                  </a:lnTo>
                  <a:cubicBezTo>
                    <a:pt x="2532031" y="4960101"/>
                    <a:pt x="2550986" y="4958577"/>
                    <a:pt x="2569750" y="4958101"/>
                  </a:cubicBezTo>
                  <a:lnTo>
                    <a:pt x="2626043" y="4956386"/>
                  </a:lnTo>
                  <a:cubicBezTo>
                    <a:pt x="2644616" y="4956196"/>
                    <a:pt x="2663857" y="4954481"/>
                    <a:pt x="2682907" y="4953243"/>
                  </a:cubicBezTo>
                  <a:lnTo>
                    <a:pt x="2739962" y="4949433"/>
                  </a:lnTo>
                  <a:lnTo>
                    <a:pt x="2768441" y="4947814"/>
                  </a:lnTo>
                  <a:lnTo>
                    <a:pt x="2796731" y="4945052"/>
                  </a:lnTo>
                  <a:cubicBezTo>
                    <a:pt x="2815590" y="4943147"/>
                    <a:pt x="2834354" y="4941337"/>
                    <a:pt x="2853214" y="4939718"/>
                  </a:cubicBezTo>
                  <a:cubicBezTo>
                    <a:pt x="3003518" y="4924859"/>
                    <a:pt x="3150584" y="4901618"/>
                    <a:pt x="3293555" y="4866947"/>
                  </a:cubicBezTo>
                  <a:cubicBezTo>
                    <a:pt x="3436430" y="4832180"/>
                    <a:pt x="3575590" y="4786651"/>
                    <a:pt x="3709988" y="4726739"/>
                  </a:cubicBezTo>
                  <a:cubicBezTo>
                    <a:pt x="3743134" y="4711022"/>
                    <a:pt x="3776282" y="4694830"/>
                    <a:pt x="3809524" y="4678637"/>
                  </a:cubicBezTo>
                  <a:cubicBezTo>
                    <a:pt x="3841718" y="4660635"/>
                    <a:pt x="3874580" y="4643490"/>
                    <a:pt x="3906679" y="4624726"/>
                  </a:cubicBezTo>
                  <a:lnTo>
                    <a:pt x="3954018" y="4595198"/>
                  </a:lnTo>
                  <a:lnTo>
                    <a:pt x="3977735" y="4580339"/>
                  </a:lnTo>
                  <a:lnTo>
                    <a:pt x="3989546" y="4572910"/>
                  </a:lnTo>
                  <a:lnTo>
                    <a:pt x="4000976" y="4564814"/>
                  </a:lnTo>
                  <a:lnTo>
                    <a:pt x="4046982" y="4532619"/>
                  </a:lnTo>
                  <a:cubicBezTo>
                    <a:pt x="4062317" y="4521856"/>
                    <a:pt x="4077938" y="4511473"/>
                    <a:pt x="4092416" y="4499377"/>
                  </a:cubicBezTo>
                  <a:lnTo>
                    <a:pt x="4136708" y="4464325"/>
                  </a:lnTo>
                  <a:cubicBezTo>
                    <a:pt x="4151471" y="4452609"/>
                    <a:pt x="4166330" y="4440989"/>
                    <a:pt x="4180237" y="4428225"/>
                  </a:cubicBezTo>
                  <a:lnTo>
                    <a:pt x="4222718" y="4390601"/>
                  </a:lnTo>
                  <a:cubicBezTo>
                    <a:pt x="4236720" y="4377933"/>
                    <a:pt x="4251198" y="4365550"/>
                    <a:pt x="4264248" y="4352120"/>
                  </a:cubicBezTo>
                  <a:cubicBezTo>
                    <a:pt x="4318254" y="4299638"/>
                    <a:pt x="4369975" y="4245821"/>
                    <a:pt x="4413028" y="4189052"/>
                  </a:cubicBezTo>
                  <a:cubicBezTo>
                    <a:pt x="4458272" y="4132950"/>
                    <a:pt x="4492848" y="4073799"/>
                    <a:pt x="4522566" y="4011220"/>
                  </a:cubicBezTo>
                  <a:lnTo>
                    <a:pt x="4543425" y="3963500"/>
                  </a:lnTo>
                  <a:lnTo>
                    <a:pt x="4561332" y="3913208"/>
                  </a:lnTo>
                  <a:cubicBezTo>
                    <a:pt x="4567714" y="3896920"/>
                    <a:pt x="4572191" y="3878442"/>
                    <a:pt x="4577715" y="3861106"/>
                  </a:cubicBezTo>
                  <a:cubicBezTo>
                    <a:pt x="4582954" y="3843390"/>
                    <a:pt x="4588383" y="3826245"/>
                    <a:pt x="4593050" y="3807481"/>
                  </a:cubicBezTo>
                  <a:cubicBezTo>
                    <a:pt x="4631055" y="3660986"/>
                    <a:pt x="4663155" y="3500585"/>
                    <a:pt x="4706017" y="3343423"/>
                  </a:cubicBezTo>
                  <a:cubicBezTo>
                    <a:pt x="4748213" y="3185689"/>
                    <a:pt x="4798695" y="3030145"/>
                    <a:pt x="4854893" y="2877174"/>
                  </a:cubicBezTo>
                  <a:close/>
                </a:path>
              </a:pathLst>
            </a:custGeom>
            <a:solidFill>
              <a:schemeClr val="bg1">
                <a:alpha val="30000"/>
              </a:schemeClr>
            </a:solidFill>
            <a:ln w="9525" cap="flat">
              <a:noFill/>
              <a:prstDash val="solid"/>
              <a:miter/>
            </a:ln>
          </p:spPr>
          <p:txBody>
            <a:bodyPr rtlCol="0" anchor="ctr"/>
            <a:lstStyle/>
            <a:p>
              <a:endParaRPr lang="en-US"/>
            </a:p>
          </p:txBody>
        </p:sp>
        <p:sp useBgFill="1">
          <p:nvSpPr>
            <p:cNvPr id="23" name="Freeform: Shape 22">
              <a:extLst>
                <a:ext uri="{FF2B5EF4-FFF2-40B4-BE49-F238E27FC236}">
                  <a16:creationId xmlns:a16="http://schemas.microsoft.com/office/drawing/2014/main" id="{E6A945EF-5283-47CA-8BC5-D58171AD95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76425" y="1351535"/>
              <a:ext cx="5514403" cy="5514975"/>
            </a:xfrm>
            <a:custGeom>
              <a:avLst/>
              <a:gdLst>
                <a:gd name="connsiteX0" fmla="*/ 2757202 w 5514403"/>
                <a:gd name="connsiteY0" fmla="*/ 0 h 5514975"/>
                <a:gd name="connsiteX1" fmla="*/ 0 w 5514403"/>
                <a:gd name="connsiteY1" fmla="*/ 2757488 h 5514975"/>
                <a:gd name="connsiteX2" fmla="*/ 2757202 w 5514403"/>
                <a:gd name="connsiteY2" fmla="*/ 5514975 h 5514975"/>
                <a:gd name="connsiteX3" fmla="*/ 5514404 w 5514403"/>
                <a:gd name="connsiteY3" fmla="*/ 2757488 h 5514975"/>
                <a:gd name="connsiteX4" fmla="*/ 2757202 w 5514403"/>
                <a:gd name="connsiteY4" fmla="*/ 0 h 5514975"/>
                <a:gd name="connsiteX5" fmla="*/ 4772501 w 5514403"/>
                <a:gd name="connsiteY5" fmla="*/ 1195578 h 5514975"/>
                <a:gd name="connsiteX6" fmla="*/ 5087017 w 5514403"/>
                <a:gd name="connsiteY6" fmla="*/ 1579817 h 5514975"/>
                <a:gd name="connsiteX7" fmla="*/ 5317522 w 5514403"/>
                <a:gd name="connsiteY7" fmla="*/ 2021110 h 5514975"/>
                <a:gd name="connsiteX8" fmla="*/ 5338001 w 5514403"/>
                <a:gd name="connsiteY8" fmla="*/ 2080165 h 5514975"/>
                <a:gd name="connsiteX9" fmla="*/ 5356479 w 5514403"/>
                <a:gd name="connsiteY9" fmla="*/ 2139982 h 5514975"/>
                <a:gd name="connsiteX10" fmla="*/ 5372386 w 5514403"/>
                <a:gd name="connsiteY10" fmla="*/ 2200561 h 5514975"/>
                <a:gd name="connsiteX11" fmla="*/ 5385912 w 5514403"/>
                <a:gd name="connsiteY11" fmla="*/ 2261711 h 5514975"/>
                <a:gd name="connsiteX12" fmla="*/ 5413915 w 5514403"/>
                <a:gd name="connsiteY12" fmla="*/ 2510885 h 5514975"/>
                <a:gd name="connsiteX13" fmla="*/ 5331905 w 5514403"/>
                <a:gd name="connsiteY13" fmla="*/ 3005328 h 5514975"/>
                <a:gd name="connsiteX14" fmla="*/ 5168456 w 5514403"/>
                <a:gd name="connsiteY14" fmla="*/ 3489579 h 5514975"/>
                <a:gd name="connsiteX15" fmla="*/ 5131499 w 5514403"/>
                <a:gd name="connsiteY15" fmla="*/ 3612071 h 5514975"/>
                <a:gd name="connsiteX16" fmla="*/ 5095589 w 5514403"/>
                <a:gd name="connsiteY16" fmla="*/ 3734753 h 5514975"/>
                <a:gd name="connsiteX17" fmla="*/ 5022247 w 5514403"/>
                <a:gd name="connsiteY17" fmla="*/ 3978116 h 5514975"/>
                <a:gd name="connsiteX18" fmla="*/ 5001578 w 5514403"/>
                <a:gd name="connsiteY18" fmla="*/ 4037457 h 5514975"/>
                <a:gd name="connsiteX19" fmla="*/ 4979194 w 5514403"/>
                <a:gd name="connsiteY19" fmla="*/ 4095655 h 5514975"/>
                <a:gd name="connsiteX20" fmla="*/ 4954905 w 5514403"/>
                <a:gd name="connsiteY20" fmla="*/ 4152519 h 5514975"/>
                <a:gd name="connsiteX21" fmla="*/ 4927187 w 5514403"/>
                <a:gd name="connsiteY21" fmla="*/ 4207288 h 5514975"/>
                <a:gd name="connsiteX22" fmla="*/ 4788980 w 5514403"/>
                <a:gd name="connsiteY22" fmla="*/ 4407504 h 5514975"/>
                <a:gd name="connsiteX23" fmla="*/ 4616577 w 5514403"/>
                <a:gd name="connsiteY23" fmla="*/ 4583145 h 5514975"/>
                <a:gd name="connsiteX24" fmla="*/ 4570000 w 5514403"/>
                <a:gd name="connsiteY24" fmla="*/ 4624102 h 5514975"/>
                <a:gd name="connsiteX25" fmla="*/ 4522756 w 5514403"/>
                <a:gd name="connsiteY25" fmla="*/ 4664298 h 5514975"/>
                <a:gd name="connsiteX26" fmla="*/ 4474464 w 5514403"/>
                <a:gd name="connsiteY26" fmla="*/ 4702969 h 5514975"/>
                <a:gd name="connsiteX27" fmla="*/ 4425791 w 5514403"/>
                <a:gd name="connsiteY27" fmla="*/ 4740879 h 5514975"/>
                <a:gd name="connsiteX28" fmla="*/ 4010311 w 5514403"/>
                <a:gd name="connsiteY28" fmla="*/ 4994910 h 5514975"/>
                <a:gd name="connsiteX29" fmla="*/ 3556254 w 5514403"/>
                <a:gd name="connsiteY29" fmla="*/ 5155311 h 5514975"/>
                <a:gd name="connsiteX30" fmla="*/ 3076670 w 5514403"/>
                <a:gd name="connsiteY30" fmla="*/ 5229321 h 5514975"/>
                <a:gd name="connsiteX31" fmla="*/ 2831497 w 5514403"/>
                <a:gd name="connsiteY31" fmla="*/ 5239893 h 5514975"/>
                <a:gd name="connsiteX32" fmla="*/ 2709767 w 5514403"/>
                <a:gd name="connsiteY32" fmla="*/ 5238655 h 5514975"/>
                <a:gd name="connsiteX33" fmla="*/ 2588038 w 5514403"/>
                <a:gd name="connsiteY33" fmla="*/ 5232654 h 5514975"/>
                <a:gd name="connsiteX34" fmla="*/ 2466594 w 5514403"/>
                <a:gd name="connsiteY34" fmla="*/ 5221129 h 5514975"/>
                <a:gd name="connsiteX35" fmla="*/ 2345627 w 5514403"/>
                <a:gd name="connsiteY35" fmla="*/ 5204174 h 5514975"/>
                <a:gd name="connsiteX36" fmla="*/ 2315432 w 5514403"/>
                <a:gd name="connsiteY36" fmla="*/ 5199127 h 5514975"/>
                <a:gd name="connsiteX37" fmla="*/ 2285333 w 5514403"/>
                <a:gd name="connsiteY37" fmla="*/ 5193506 h 5514975"/>
                <a:gd name="connsiteX38" fmla="*/ 2225135 w 5514403"/>
                <a:gd name="connsiteY38" fmla="*/ 5182267 h 5514975"/>
                <a:gd name="connsiteX39" fmla="*/ 2165318 w 5514403"/>
                <a:gd name="connsiteY39" fmla="*/ 5168932 h 5514975"/>
                <a:gd name="connsiteX40" fmla="*/ 2105501 w 5514403"/>
                <a:gd name="connsiteY40" fmla="*/ 5155026 h 5514975"/>
                <a:gd name="connsiteX41" fmla="*/ 1641062 w 5514403"/>
                <a:gd name="connsiteY41" fmla="*/ 4990814 h 5514975"/>
                <a:gd name="connsiteX42" fmla="*/ 843153 w 5514403"/>
                <a:gd name="connsiteY42" fmla="*/ 4403122 h 5514975"/>
                <a:gd name="connsiteX43" fmla="*/ 548735 w 5514403"/>
                <a:gd name="connsiteY43" fmla="*/ 3998024 h 5514975"/>
                <a:gd name="connsiteX44" fmla="*/ 517398 w 5514403"/>
                <a:gd name="connsiteY44" fmla="*/ 3943731 h 5514975"/>
                <a:gd name="connsiteX45" fmla="*/ 488347 w 5514403"/>
                <a:gd name="connsiteY45" fmla="*/ 3888105 h 5514975"/>
                <a:gd name="connsiteX46" fmla="*/ 460058 w 5514403"/>
                <a:gd name="connsiteY46" fmla="*/ 3832193 h 5514975"/>
                <a:gd name="connsiteX47" fmla="*/ 446723 w 5514403"/>
                <a:gd name="connsiteY47" fmla="*/ 3803809 h 5514975"/>
                <a:gd name="connsiteX48" fmla="*/ 433959 w 5514403"/>
                <a:gd name="connsiteY48" fmla="*/ 3775139 h 5514975"/>
                <a:gd name="connsiteX49" fmla="*/ 385096 w 5514403"/>
                <a:gd name="connsiteY49" fmla="*/ 3659696 h 5514975"/>
                <a:gd name="connsiteX50" fmla="*/ 362903 w 5514403"/>
                <a:gd name="connsiteY50" fmla="*/ 3601117 h 5514975"/>
                <a:gd name="connsiteX51" fmla="*/ 352044 w 5514403"/>
                <a:gd name="connsiteY51" fmla="*/ 3571780 h 5514975"/>
                <a:gd name="connsiteX52" fmla="*/ 342424 w 5514403"/>
                <a:gd name="connsiteY52" fmla="*/ 3541966 h 5514975"/>
                <a:gd name="connsiteX53" fmla="*/ 275082 w 5514403"/>
                <a:gd name="connsiteY53" fmla="*/ 3301079 h 5514975"/>
                <a:gd name="connsiteX54" fmla="*/ 262509 w 5514403"/>
                <a:gd name="connsiteY54" fmla="*/ 3239834 h 5514975"/>
                <a:gd name="connsiteX55" fmla="*/ 256223 w 5514403"/>
                <a:gd name="connsiteY55" fmla="*/ 3209258 h 5514975"/>
                <a:gd name="connsiteX56" fmla="*/ 253079 w 5514403"/>
                <a:gd name="connsiteY56" fmla="*/ 3194018 h 5514975"/>
                <a:gd name="connsiteX57" fmla="*/ 250698 w 5514403"/>
                <a:gd name="connsiteY57" fmla="*/ 3178588 h 5514975"/>
                <a:gd name="connsiteX58" fmla="*/ 232505 w 5514403"/>
                <a:gd name="connsiteY58" fmla="*/ 3055144 h 5514975"/>
                <a:gd name="connsiteX59" fmla="*/ 220694 w 5514403"/>
                <a:gd name="connsiteY59" fmla="*/ 2931128 h 5514975"/>
                <a:gd name="connsiteX60" fmla="*/ 215551 w 5514403"/>
                <a:gd name="connsiteY60" fmla="*/ 2806732 h 5514975"/>
                <a:gd name="connsiteX61" fmla="*/ 214979 w 5514403"/>
                <a:gd name="connsiteY61" fmla="*/ 2791206 h 5514975"/>
                <a:gd name="connsiteX62" fmla="*/ 215170 w 5514403"/>
                <a:gd name="connsiteY62" fmla="*/ 2775680 h 5514975"/>
                <a:gd name="connsiteX63" fmla="*/ 215551 w 5514403"/>
                <a:gd name="connsiteY63" fmla="*/ 2744629 h 5514975"/>
                <a:gd name="connsiteX64" fmla="*/ 216313 w 5514403"/>
                <a:gd name="connsiteY64" fmla="*/ 2682526 h 5514975"/>
                <a:gd name="connsiteX65" fmla="*/ 216789 w 5514403"/>
                <a:gd name="connsiteY65" fmla="*/ 2651570 h 5514975"/>
                <a:gd name="connsiteX66" fmla="*/ 218694 w 5514403"/>
                <a:gd name="connsiteY66" fmla="*/ 2621280 h 5514975"/>
                <a:gd name="connsiteX67" fmla="*/ 220504 w 5514403"/>
                <a:gd name="connsiteY67" fmla="*/ 2591086 h 5514975"/>
                <a:gd name="connsiteX68" fmla="*/ 223647 w 5514403"/>
                <a:gd name="connsiteY68" fmla="*/ 2561082 h 5514975"/>
                <a:gd name="connsiteX69" fmla="*/ 272129 w 5514403"/>
                <a:gd name="connsiteY69" fmla="*/ 2327815 h 5514975"/>
                <a:gd name="connsiteX70" fmla="*/ 365950 w 5514403"/>
                <a:gd name="connsiteY70" fmla="*/ 2111883 h 5514975"/>
                <a:gd name="connsiteX71" fmla="*/ 500539 w 5514403"/>
                <a:gd name="connsiteY71" fmla="*/ 1916621 h 5514975"/>
                <a:gd name="connsiteX72" fmla="*/ 664083 w 5514403"/>
                <a:gd name="connsiteY72" fmla="*/ 1737836 h 5514975"/>
                <a:gd name="connsiteX73" fmla="*/ 845534 w 5514403"/>
                <a:gd name="connsiteY73" fmla="*/ 1568482 h 5514975"/>
                <a:gd name="connsiteX74" fmla="*/ 1035653 w 5514403"/>
                <a:gd name="connsiteY74" fmla="*/ 1400270 h 5514975"/>
                <a:gd name="connsiteX75" fmla="*/ 1226915 w 5514403"/>
                <a:gd name="connsiteY75" fmla="*/ 1225772 h 5514975"/>
                <a:gd name="connsiteX76" fmla="*/ 1319498 w 5514403"/>
                <a:gd name="connsiteY76" fmla="*/ 1136714 h 5514975"/>
                <a:gd name="connsiteX77" fmla="*/ 1410843 w 5514403"/>
                <a:gd name="connsiteY77" fmla="*/ 1049846 h 5514975"/>
                <a:gd name="connsiteX78" fmla="*/ 1786033 w 5514403"/>
                <a:gd name="connsiteY78" fmla="*/ 726091 h 5514975"/>
                <a:gd name="connsiteX79" fmla="*/ 2191417 w 5514403"/>
                <a:gd name="connsiteY79" fmla="*/ 471202 h 5514975"/>
                <a:gd name="connsiteX80" fmla="*/ 2633186 w 5514403"/>
                <a:gd name="connsiteY80" fmla="*/ 327755 h 5514975"/>
                <a:gd name="connsiteX81" fmla="*/ 2864358 w 5514403"/>
                <a:gd name="connsiteY81" fmla="*/ 304991 h 5514975"/>
                <a:gd name="connsiteX82" fmla="*/ 2923032 w 5514403"/>
                <a:gd name="connsiteY82" fmla="*/ 304133 h 5514975"/>
                <a:gd name="connsiteX83" fmla="*/ 2982849 w 5514403"/>
                <a:gd name="connsiteY83" fmla="*/ 304895 h 5514975"/>
                <a:gd name="connsiteX84" fmla="*/ 3042476 w 5514403"/>
                <a:gd name="connsiteY84" fmla="*/ 307467 h 5514975"/>
                <a:gd name="connsiteX85" fmla="*/ 3102007 w 5514403"/>
                <a:gd name="connsiteY85" fmla="*/ 311372 h 5514975"/>
                <a:gd name="connsiteX86" fmla="*/ 3568541 w 5514403"/>
                <a:gd name="connsiteY86" fmla="*/ 398812 h 5514975"/>
                <a:gd name="connsiteX87" fmla="*/ 4006215 w 5514403"/>
                <a:gd name="connsiteY87" fmla="*/ 588264 h 5514975"/>
                <a:gd name="connsiteX88" fmla="*/ 4211479 w 5514403"/>
                <a:gd name="connsiteY88" fmla="*/ 715709 h 5514975"/>
                <a:gd name="connsiteX89" fmla="*/ 4407504 w 5514403"/>
                <a:gd name="connsiteY89" fmla="*/ 861155 h 5514975"/>
                <a:gd name="connsiteX90" fmla="*/ 4772501 w 5514403"/>
                <a:gd name="connsiteY90" fmla="*/ 1195578 h 551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4403" h="5514975">
                  <a:moveTo>
                    <a:pt x="2757202" y="0"/>
                  </a:moveTo>
                  <a:cubicBezTo>
                    <a:pt x="1234440" y="0"/>
                    <a:pt x="0" y="1234535"/>
                    <a:pt x="0" y="2757488"/>
                  </a:cubicBezTo>
                  <a:cubicBezTo>
                    <a:pt x="0" y="4280440"/>
                    <a:pt x="1234440" y="5514975"/>
                    <a:pt x="2757202" y="5514975"/>
                  </a:cubicBezTo>
                  <a:cubicBezTo>
                    <a:pt x="4279964" y="5514975"/>
                    <a:pt x="5514404" y="4280440"/>
                    <a:pt x="5514404" y="2757488"/>
                  </a:cubicBezTo>
                  <a:cubicBezTo>
                    <a:pt x="5514404" y="1234535"/>
                    <a:pt x="4279964" y="0"/>
                    <a:pt x="2757202" y="0"/>
                  </a:cubicBezTo>
                  <a:close/>
                  <a:moveTo>
                    <a:pt x="4772501" y="1195578"/>
                  </a:moveTo>
                  <a:cubicBezTo>
                    <a:pt x="4887278" y="1314545"/>
                    <a:pt x="4993768" y="1442371"/>
                    <a:pt x="5087017" y="1579817"/>
                  </a:cubicBezTo>
                  <a:cubicBezTo>
                    <a:pt x="5180171" y="1717167"/>
                    <a:pt x="5259895" y="1864519"/>
                    <a:pt x="5317522" y="2021110"/>
                  </a:cubicBezTo>
                  <a:cubicBezTo>
                    <a:pt x="5325047" y="2040541"/>
                    <a:pt x="5331428" y="2060353"/>
                    <a:pt x="5338001" y="2080165"/>
                  </a:cubicBezTo>
                  <a:cubicBezTo>
                    <a:pt x="5344859" y="2099882"/>
                    <a:pt x="5350574" y="2119884"/>
                    <a:pt x="5356479" y="2139982"/>
                  </a:cubicBezTo>
                  <a:cubicBezTo>
                    <a:pt x="5362766" y="2159889"/>
                    <a:pt x="5367433" y="2180273"/>
                    <a:pt x="5372386" y="2200561"/>
                  </a:cubicBezTo>
                  <a:cubicBezTo>
                    <a:pt x="5377720" y="2220754"/>
                    <a:pt x="5381816" y="2241233"/>
                    <a:pt x="5385912" y="2261711"/>
                  </a:cubicBezTo>
                  <a:cubicBezTo>
                    <a:pt x="5402485" y="2343626"/>
                    <a:pt x="5412201" y="2427065"/>
                    <a:pt x="5413915" y="2510885"/>
                  </a:cubicBezTo>
                  <a:cubicBezTo>
                    <a:pt x="5417915" y="2678525"/>
                    <a:pt x="5389627" y="2847118"/>
                    <a:pt x="5331905" y="3005328"/>
                  </a:cubicBezTo>
                  <a:cubicBezTo>
                    <a:pt x="5274278" y="3165634"/>
                    <a:pt x="5218557" y="3326606"/>
                    <a:pt x="5168456" y="3489579"/>
                  </a:cubicBezTo>
                  <a:lnTo>
                    <a:pt x="5131499" y="3612071"/>
                  </a:lnTo>
                  <a:lnTo>
                    <a:pt x="5095589" y="3734753"/>
                  </a:lnTo>
                  <a:cubicBezTo>
                    <a:pt x="5072063" y="3816477"/>
                    <a:pt x="5048726" y="3898392"/>
                    <a:pt x="5022247" y="3978116"/>
                  </a:cubicBezTo>
                  <a:cubicBezTo>
                    <a:pt x="5016056" y="3998309"/>
                    <a:pt x="5008817" y="4017836"/>
                    <a:pt x="5001578" y="4037457"/>
                  </a:cubicBezTo>
                  <a:cubicBezTo>
                    <a:pt x="4994148" y="4056888"/>
                    <a:pt x="4987767" y="4076891"/>
                    <a:pt x="4979194" y="4095655"/>
                  </a:cubicBezTo>
                  <a:lnTo>
                    <a:pt x="4954905" y="4152519"/>
                  </a:lnTo>
                  <a:cubicBezTo>
                    <a:pt x="4945856" y="4170903"/>
                    <a:pt x="4936522" y="4189095"/>
                    <a:pt x="4927187" y="4207288"/>
                  </a:cubicBezTo>
                  <a:cubicBezTo>
                    <a:pt x="4887849" y="4278821"/>
                    <a:pt x="4843082" y="4346163"/>
                    <a:pt x="4788980" y="4407504"/>
                  </a:cubicBezTo>
                  <a:cubicBezTo>
                    <a:pt x="4736973" y="4469988"/>
                    <a:pt x="4677347" y="4527233"/>
                    <a:pt x="4616577" y="4583145"/>
                  </a:cubicBezTo>
                  <a:cubicBezTo>
                    <a:pt x="4601814" y="4597432"/>
                    <a:pt x="4585716" y="4610576"/>
                    <a:pt x="4570000" y="4624102"/>
                  </a:cubicBezTo>
                  <a:lnTo>
                    <a:pt x="4522756" y="4664298"/>
                  </a:lnTo>
                  <a:cubicBezTo>
                    <a:pt x="4507325" y="4678014"/>
                    <a:pt x="4490752" y="4690301"/>
                    <a:pt x="4474464" y="4702969"/>
                  </a:cubicBezTo>
                  <a:lnTo>
                    <a:pt x="4425791" y="4740879"/>
                  </a:lnTo>
                  <a:cubicBezTo>
                    <a:pt x="4294632" y="4839748"/>
                    <a:pt x="4156043" y="4925759"/>
                    <a:pt x="4010311" y="4994910"/>
                  </a:cubicBezTo>
                  <a:cubicBezTo>
                    <a:pt x="3864578" y="5063871"/>
                    <a:pt x="3712559" y="5117116"/>
                    <a:pt x="3556254" y="5155311"/>
                  </a:cubicBezTo>
                  <a:cubicBezTo>
                    <a:pt x="3399949" y="5193602"/>
                    <a:pt x="3239357" y="5217128"/>
                    <a:pt x="3076670" y="5229321"/>
                  </a:cubicBezTo>
                  <a:cubicBezTo>
                    <a:pt x="2995517" y="5235607"/>
                    <a:pt x="2913126" y="5238560"/>
                    <a:pt x="2831497" y="5239893"/>
                  </a:cubicBezTo>
                  <a:cubicBezTo>
                    <a:pt x="2790920" y="5239417"/>
                    <a:pt x="2750344" y="5239798"/>
                    <a:pt x="2709767" y="5238655"/>
                  </a:cubicBezTo>
                  <a:lnTo>
                    <a:pt x="2588038" y="5232654"/>
                  </a:lnTo>
                  <a:cubicBezTo>
                    <a:pt x="2547652" y="5228558"/>
                    <a:pt x="2507171" y="5224653"/>
                    <a:pt x="2466594" y="5221129"/>
                  </a:cubicBezTo>
                  <a:cubicBezTo>
                    <a:pt x="2426208" y="5215890"/>
                    <a:pt x="2386013" y="5209794"/>
                    <a:pt x="2345627" y="5204174"/>
                  </a:cubicBezTo>
                  <a:cubicBezTo>
                    <a:pt x="2335435" y="5203031"/>
                    <a:pt x="2325434" y="5201031"/>
                    <a:pt x="2315432" y="5199127"/>
                  </a:cubicBezTo>
                  <a:lnTo>
                    <a:pt x="2285333" y="5193506"/>
                  </a:lnTo>
                  <a:lnTo>
                    <a:pt x="2225135" y="5182267"/>
                  </a:lnTo>
                  <a:cubicBezTo>
                    <a:pt x="2204942" y="5179028"/>
                    <a:pt x="2185321" y="5173409"/>
                    <a:pt x="2165318" y="5168932"/>
                  </a:cubicBezTo>
                  <a:lnTo>
                    <a:pt x="2105501" y="5155026"/>
                  </a:lnTo>
                  <a:cubicBezTo>
                    <a:pt x="1946720" y="5115211"/>
                    <a:pt x="1790986" y="5060156"/>
                    <a:pt x="1641062" y="4990814"/>
                  </a:cubicBezTo>
                  <a:cubicBezTo>
                    <a:pt x="1341215" y="4852416"/>
                    <a:pt x="1066038" y="4652391"/>
                    <a:pt x="843153" y="4403122"/>
                  </a:cubicBezTo>
                  <a:cubicBezTo>
                    <a:pt x="731520" y="4278821"/>
                    <a:pt x="632365" y="4142899"/>
                    <a:pt x="548735" y="3998024"/>
                  </a:cubicBezTo>
                  <a:lnTo>
                    <a:pt x="517398" y="3943731"/>
                  </a:lnTo>
                  <a:cubicBezTo>
                    <a:pt x="507111" y="3925538"/>
                    <a:pt x="498062" y="3906679"/>
                    <a:pt x="488347" y="3888105"/>
                  </a:cubicBezTo>
                  <a:lnTo>
                    <a:pt x="460058" y="3832193"/>
                  </a:lnTo>
                  <a:cubicBezTo>
                    <a:pt x="455200" y="3822954"/>
                    <a:pt x="450818" y="3813429"/>
                    <a:pt x="446723" y="3803809"/>
                  </a:cubicBezTo>
                  <a:lnTo>
                    <a:pt x="433959" y="3775139"/>
                  </a:lnTo>
                  <a:cubicBezTo>
                    <a:pt x="417195" y="3736848"/>
                    <a:pt x="399098" y="3699129"/>
                    <a:pt x="385096" y="3659696"/>
                  </a:cubicBezTo>
                  <a:lnTo>
                    <a:pt x="362903" y="3601117"/>
                  </a:lnTo>
                  <a:cubicBezTo>
                    <a:pt x="359283" y="3591306"/>
                    <a:pt x="355187" y="3581686"/>
                    <a:pt x="352044" y="3571780"/>
                  </a:cubicBezTo>
                  <a:lnTo>
                    <a:pt x="342424" y="3541966"/>
                  </a:lnTo>
                  <a:cubicBezTo>
                    <a:pt x="315373" y="3463004"/>
                    <a:pt x="294132" y="3382137"/>
                    <a:pt x="275082" y="3301079"/>
                  </a:cubicBezTo>
                  <a:lnTo>
                    <a:pt x="262509" y="3239834"/>
                  </a:lnTo>
                  <a:lnTo>
                    <a:pt x="256223" y="3209258"/>
                  </a:lnTo>
                  <a:lnTo>
                    <a:pt x="253079" y="3194018"/>
                  </a:lnTo>
                  <a:lnTo>
                    <a:pt x="250698" y="3178588"/>
                  </a:lnTo>
                  <a:cubicBezTo>
                    <a:pt x="244602" y="3137440"/>
                    <a:pt x="237839" y="3096387"/>
                    <a:pt x="232505" y="3055144"/>
                  </a:cubicBezTo>
                  <a:lnTo>
                    <a:pt x="220694" y="2931128"/>
                  </a:lnTo>
                  <a:cubicBezTo>
                    <a:pt x="218599" y="2889599"/>
                    <a:pt x="217361" y="2848166"/>
                    <a:pt x="215551" y="2806732"/>
                  </a:cubicBezTo>
                  <a:lnTo>
                    <a:pt x="214979" y="2791206"/>
                  </a:lnTo>
                  <a:lnTo>
                    <a:pt x="215170" y="2775680"/>
                  </a:lnTo>
                  <a:lnTo>
                    <a:pt x="215551" y="2744629"/>
                  </a:lnTo>
                  <a:lnTo>
                    <a:pt x="216313" y="2682526"/>
                  </a:lnTo>
                  <a:cubicBezTo>
                    <a:pt x="216503" y="2672239"/>
                    <a:pt x="216408" y="2661761"/>
                    <a:pt x="216789" y="2651570"/>
                  </a:cubicBezTo>
                  <a:lnTo>
                    <a:pt x="218694" y="2621280"/>
                  </a:lnTo>
                  <a:lnTo>
                    <a:pt x="220504" y="2591086"/>
                  </a:lnTo>
                  <a:lnTo>
                    <a:pt x="223647" y="2561082"/>
                  </a:lnTo>
                  <a:cubicBezTo>
                    <a:pt x="232315" y="2481263"/>
                    <a:pt x="248222" y="2402967"/>
                    <a:pt x="272129" y="2327815"/>
                  </a:cubicBezTo>
                  <a:cubicBezTo>
                    <a:pt x="296037" y="2252663"/>
                    <a:pt x="327565" y="2180463"/>
                    <a:pt x="365950" y="2111883"/>
                  </a:cubicBezTo>
                  <a:cubicBezTo>
                    <a:pt x="404146" y="2043208"/>
                    <a:pt x="450056" y="1978438"/>
                    <a:pt x="500539" y="1916621"/>
                  </a:cubicBezTo>
                  <a:cubicBezTo>
                    <a:pt x="550736" y="1854422"/>
                    <a:pt x="606171" y="1795558"/>
                    <a:pt x="664083" y="1737836"/>
                  </a:cubicBezTo>
                  <a:cubicBezTo>
                    <a:pt x="722186" y="1680210"/>
                    <a:pt x="783241" y="1624393"/>
                    <a:pt x="845534" y="1568482"/>
                  </a:cubicBezTo>
                  <a:lnTo>
                    <a:pt x="1035653" y="1400270"/>
                  </a:lnTo>
                  <a:cubicBezTo>
                    <a:pt x="1099661" y="1343597"/>
                    <a:pt x="1163765" y="1285685"/>
                    <a:pt x="1226915" y="1225772"/>
                  </a:cubicBezTo>
                  <a:lnTo>
                    <a:pt x="1319498" y="1136714"/>
                  </a:lnTo>
                  <a:cubicBezTo>
                    <a:pt x="1349883" y="1107567"/>
                    <a:pt x="1380268" y="1078611"/>
                    <a:pt x="1410843" y="1049846"/>
                  </a:cubicBezTo>
                  <a:cubicBezTo>
                    <a:pt x="1532858" y="935069"/>
                    <a:pt x="1656779" y="825056"/>
                    <a:pt x="1786033" y="726091"/>
                  </a:cubicBezTo>
                  <a:cubicBezTo>
                    <a:pt x="1915097" y="627031"/>
                    <a:pt x="2050066" y="539877"/>
                    <a:pt x="2191417" y="471202"/>
                  </a:cubicBezTo>
                  <a:cubicBezTo>
                    <a:pt x="2332863" y="402908"/>
                    <a:pt x="2480691" y="353473"/>
                    <a:pt x="2633186" y="327755"/>
                  </a:cubicBezTo>
                  <a:cubicBezTo>
                    <a:pt x="2709386" y="314992"/>
                    <a:pt x="2786539" y="307086"/>
                    <a:pt x="2864358" y="304991"/>
                  </a:cubicBezTo>
                  <a:cubicBezTo>
                    <a:pt x="2883980" y="304800"/>
                    <a:pt x="2902934" y="303657"/>
                    <a:pt x="2923032" y="304133"/>
                  </a:cubicBezTo>
                  <a:lnTo>
                    <a:pt x="2982849" y="304895"/>
                  </a:lnTo>
                  <a:lnTo>
                    <a:pt x="3042476" y="307467"/>
                  </a:lnTo>
                  <a:cubicBezTo>
                    <a:pt x="3062383" y="308324"/>
                    <a:pt x="3082099" y="310134"/>
                    <a:pt x="3102007" y="311372"/>
                  </a:cubicBezTo>
                  <a:cubicBezTo>
                    <a:pt x="3260408" y="323850"/>
                    <a:pt x="3416903" y="352616"/>
                    <a:pt x="3568541" y="398812"/>
                  </a:cubicBezTo>
                  <a:cubicBezTo>
                    <a:pt x="3720179" y="445199"/>
                    <a:pt x="3866293" y="510159"/>
                    <a:pt x="4006215" y="588264"/>
                  </a:cubicBezTo>
                  <a:cubicBezTo>
                    <a:pt x="4076224" y="627412"/>
                    <a:pt x="4144899" y="669703"/>
                    <a:pt x="4211479" y="715709"/>
                  </a:cubicBezTo>
                  <a:cubicBezTo>
                    <a:pt x="4278630" y="761048"/>
                    <a:pt x="4343686" y="810006"/>
                    <a:pt x="4407504" y="861155"/>
                  </a:cubicBezTo>
                  <a:cubicBezTo>
                    <a:pt x="4535424" y="963073"/>
                    <a:pt x="4656868" y="1076135"/>
                    <a:pt x="4772501" y="1195578"/>
                  </a:cubicBezTo>
                  <a:close/>
                </a:path>
              </a:pathLst>
            </a:custGeom>
            <a:ln w="9525" cap="flat">
              <a:noFill/>
              <a:prstDash val="solid"/>
              <a:miter/>
            </a:ln>
          </p:spPr>
          <p:txBody>
            <a:bodyPr rtlCol="0" anchor="ctr"/>
            <a:lstStyle/>
            <a:p>
              <a:endParaRPr lang="en-US" dirty="0"/>
            </a:p>
          </p:txBody>
        </p:sp>
      </p:grpSp>
      <p:pic>
        <p:nvPicPr>
          <p:cNvPr id="9" name="图片 8" descr="卫生间的墙壁上挂着镜子&#10;&#10;中度可信度描述已自动生成">
            <a:extLst>
              <a:ext uri="{FF2B5EF4-FFF2-40B4-BE49-F238E27FC236}">
                <a16:creationId xmlns:a16="http://schemas.microsoft.com/office/drawing/2014/main" id="{C8560B51-0374-2881-5F31-75C9E14216C6}"/>
              </a:ext>
            </a:extLst>
          </p:cNvPr>
          <p:cNvPicPr>
            <a:picLocks noChangeAspect="1"/>
          </p:cNvPicPr>
          <p:nvPr/>
        </p:nvPicPr>
        <p:blipFill>
          <a:blip r:embed="rId3">
            <a:alphaModFix/>
            <a:extLst>
              <a:ext uri="{28A0092B-C50C-407E-A947-70E740481C1C}">
                <a14:useLocalDpi xmlns:a14="http://schemas.microsoft.com/office/drawing/2010/main" val="0"/>
              </a:ext>
            </a:extLst>
          </a:blip>
          <a:srcRect/>
          <a:stretch/>
        </p:blipFill>
        <p:spPr>
          <a:xfrm>
            <a:off x="3225930" y="2624324"/>
            <a:ext cx="3316388" cy="3316386"/>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pic>
        <p:nvPicPr>
          <p:cNvPr id="11" name="图片 10" descr="图片包含 室内, 桌子, 厨房, 火炉&#10;&#10;描述已自动生成">
            <a:extLst>
              <a:ext uri="{FF2B5EF4-FFF2-40B4-BE49-F238E27FC236}">
                <a16:creationId xmlns:a16="http://schemas.microsoft.com/office/drawing/2014/main" id="{7FC44ED3-6EF3-2BF7-E7C8-60C19D82DC41}"/>
              </a:ext>
            </a:extLst>
          </p:cNvPr>
          <p:cNvPicPr>
            <a:picLocks noChangeAspect="1"/>
          </p:cNvPicPr>
          <p:nvPr/>
        </p:nvPicPr>
        <p:blipFill>
          <a:blip r:embed="rId4">
            <a:alphaModFix/>
            <a:extLst>
              <a:ext uri="{28A0092B-C50C-407E-A947-70E740481C1C}">
                <a14:useLocalDpi xmlns:a14="http://schemas.microsoft.com/office/drawing/2010/main" val="0"/>
              </a:ext>
            </a:extLst>
          </a:blip>
          <a:srcRect t="4378" r="4" b="24875"/>
          <a:stretch/>
        </p:blipFill>
        <p:spPr>
          <a:xfrm>
            <a:off x="20" y="6910"/>
            <a:ext cx="4377325" cy="3776782"/>
          </a:xfrm>
          <a:custGeom>
            <a:avLst/>
            <a:gdLst/>
            <a:ahLst/>
            <a:cxnLst/>
            <a:rect l="l" t="t" r="r" b="b"/>
            <a:pathLst>
              <a:path w="4443799" h="3776782">
                <a:moveTo>
                  <a:pt x="0" y="0"/>
                </a:moveTo>
                <a:lnTo>
                  <a:pt x="4164578" y="0"/>
                </a:lnTo>
                <a:lnTo>
                  <a:pt x="4238884" y="154250"/>
                </a:lnTo>
                <a:cubicBezTo>
                  <a:pt x="4370833" y="466214"/>
                  <a:pt x="4443799" y="809200"/>
                  <a:pt x="4443799" y="1169228"/>
                </a:cubicBezTo>
                <a:cubicBezTo>
                  <a:pt x="4443799" y="2609341"/>
                  <a:pt x="3276357" y="3776782"/>
                  <a:pt x="1836244" y="3776782"/>
                </a:cubicBezTo>
                <a:cubicBezTo>
                  <a:pt x="1206195" y="3776782"/>
                  <a:pt x="628337" y="3553326"/>
                  <a:pt x="177598" y="3181344"/>
                </a:cubicBezTo>
                <a:lnTo>
                  <a:pt x="0" y="3019932"/>
                </a:lnTo>
                <a:close/>
              </a:path>
            </a:pathLst>
          </a:custGeom>
          <a:effectLst>
            <a:softEdge rad="0"/>
          </a:effectLst>
        </p:spPr>
      </p:pic>
      <p:grpSp>
        <p:nvGrpSpPr>
          <p:cNvPr id="25" name="Group 24">
            <a:extLst>
              <a:ext uri="{FF2B5EF4-FFF2-40B4-BE49-F238E27FC236}">
                <a16:creationId xmlns:a16="http://schemas.microsoft.com/office/drawing/2014/main" id="{EFC6FFFA-AB2A-4812-A998-4A53F250651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938"/>
            <a:ext cx="4457647" cy="3832799"/>
            <a:chOff x="10433" y="1938"/>
            <a:chExt cx="4457647" cy="3832799"/>
          </a:xfrm>
        </p:grpSpPr>
        <p:sp>
          <p:nvSpPr>
            <p:cNvPr id="26" name="Freeform: Shape 25">
              <a:extLst>
                <a:ext uri="{FF2B5EF4-FFF2-40B4-BE49-F238E27FC236}">
                  <a16:creationId xmlns:a16="http://schemas.microsoft.com/office/drawing/2014/main" id="{31E65805-5661-43B0-87EA-AB7A8CB617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3" y="1938"/>
              <a:ext cx="4403916" cy="3820281"/>
            </a:xfrm>
            <a:custGeom>
              <a:avLst/>
              <a:gdLst>
                <a:gd name="connsiteX0" fmla="*/ 3689956 w 4403916"/>
                <a:gd name="connsiteY0" fmla="*/ 0 h 3764028"/>
                <a:gd name="connsiteX1" fmla="*/ 4028939 w 4403916"/>
                <a:gd name="connsiteY1" fmla="*/ 0 h 3764028"/>
                <a:gd name="connsiteX2" fmla="*/ 4108310 w 4403916"/>
                <a:gd name="connsiteY2" fmla="*/ 114997 h 3764028"/>
                <a:gd name="connsiteX3" fmla="*/ 4317915 w 4403916"/>
                <a:gd name="connsiteY3" fmla="*/ 555006 h 3764028"/>
                <a:gd name="connsiteX4" fmla="*/ 4403828 w 4403916"/>
                <a:gd name="connsiteY4" fmla="*/ 1046236 h 3764028"/>
                <a:gd name="connsiteX5" fmla="*/ 4382668 w 4403916"/>
                <a:gd name="connsiteY5" fmla="*/ 1299162 h 3764028"/>
                <a:gd name="connsiteX6" fmla="*/ 4315735 w 4403916"/>
                <a:gd name="connsiteY6" fmla="*/ 1544277 h 3764028"/>
                <a:gd name="connsiteX7" fmla="*/ 4171337 w 4403916"/>
                <a:gd name="connsiteY7" fmla="*/ 1963761 h 3764028"/>
                <a:gd name="connsiteX8" fmla="*/ 4139187 w 4403916"/>
                <a:gd name="connsiteY8" fmla="*/ 2070198 h 3764028"/>
                <a:gd name="connsiteX9" fmla="*/ 4108128 w 4403916"/>
                <a:gd name="connsiteY9" fmla="*/ 2177998 h 3764028"/>
                <a:gd name="connsiteX10" fmla="*/ 4077250 w 4403916"/>
                <a:gd name="connsiteY10" fmla="*/ 2287888 h 3764028"/>
                <a:gd name="connsiteX11" fmla="*/ 4061448 w 4403916"/>
                <a:gd name="connsiteY11" fmla="*/ 2343649 h 3764028"/>
                <a:gd name="connsiteX12" fmla="*/ 4044374 w 4403916"/>
                <a:gd name="connsiteY12" fmla="*/ 2400591 h 3764028"/>
                <a:gd name="connsiteX13" fmla="*/ 4025939 w 4403916"/>
                <a:gd name="connsiteY13" fmla="*/ 2458259 h 3764028"/>
                <a:gd name="connsiteX14" fmla="*/ 4005596 w 4403916"/>
                <a:gd name="connsiteY14" fmla="*/ 2516565 h 3764028"/>
                <a:gd name="connsiteX15" fmla="*/ 3982800 w 4403916"/>
                <a:gd name="connsiteY15" fmla="*/ 2575233 h 3764028"/>
                <a:gd name="connsiteX16" fmla="*/ 3956101 w 4403916"/>
                <a:gd name="connsiteY16" fmla="*/ 2633628 h 3764028"/>
                <a:gd name="connsiteX17" fmla="*/ 3821782 w 4403916"/>
                <a:gd name="connsiteY17" fmla="*/ 2851680 h 3764028"/>
                <a:gd name="connsiteX18" fmla="*/ 3660763 w 4403916"/>
                <a:gd name="connsiteY18" fmla="*/ 3038310 h 3764028"/>
                <a:gd name="connsiteX19" fmla="*/ 3618442 w 4403916"/>
                <a:gd name="connsiteY19" fmla="*/ 3081447 h 3764028"/>
                <a:gd name="connsiteX20" fmla="*/ 3575667 w 4403916"/>
                <a:gd name="connsiteY20" fmla="*/ 3124131 h 3764028"/>
                <a:gd name="connsiteX21" fmla="*/ 3531621 w 4403916"/>
                <a:gd name="connsiteY21" fmla="*/ 3165816 h 3764028"/>
                <a:gd name="connsiteX22" fmla="*/ 3487030 w 4403916"/>
                <a:gd name="connsiteY22" fmla="*/ 3207138 h 3764028"/>
                <a:gd name="connsiteX23" fmla="*/ 3441167 w 4403916"/>
                <a:gd name="connsiteY23" fmla="*/ 3247279 h 3764028"/>
                <a:gd name="connsiteX24" fmla="*/ 3394578 w 4403916"/>
                <a:gd name="connsiteY24" fmla="*/ 3286966 h 3764028"/>
                <a:gd name="connsiteX25" fmla="*/ 3382862 w 4403916"/>
                <a:gd name="connsiteY25" fmla="*/ 3296865 h 3764028"/>
                <a:gd name="connsiteX26" fmla="*/ 3370693 w 4403916"/>
                <a:gd name="connsiteY26" fmla="*/ 3306310 h 3764028"/>
                <a:gd name="connsiteX27" fmla="*/ 3346354 w 4403916"/>
                <a:gd name="connsiteY27" fmla="*/ 3325109 h 3764028"/>
                <a:gd name="connsiteX28" fmla="*/ 3297586 w 4403916"/>
                <a:gd name="connsiteY28" fmla="*/ 3362799 h 3764028"/>
                <a:gd name="connsiteX29" fmla="*/ 3196234 w 4403916"/>
                <a:gd name="connsiteY29" fmla="*/ 3433999 h 3764028"/>
                <a:gd name="connsiteX30" fmla="*/ 3090250 w 4403916"/>
                <a:gd name="connsiteY30" fmla="*/ 3499297 h 3764028"/>
                <a:gd name="connsiteX31" fmla="*/ 2628717 w 4403916"/>
                <a:gd name="connsiteY31" fmla="*/ 3690013 h 3764028"/>
                <a:gd name="connsiteX32" fmla="*/ 2139758 w 4403916"/>
                <a:gd name="connsiteY32" fmla="*/ 3761758 h 3764028"/>
                <a:gd name="connsiteX33" fmla="*/ 2078638 w 4403916"/>
                <a:gd name="connsiteY33" fmla="*/ 3763392 h 3764028"/>
                <a:gd name="connsiteX34" fmla="*/ 2048123 w 4403916"/>
                <a:gd name="connsiteY34" fmla="*/ 3764028 h 3764028"/>
                <a:gd name="connsiteX35" fmla="*/ 2017699 w 4403916"/>
                <a:gd name="connsiteY35" fmla="*/ 3763574 h 3764028"/>
                <a:gd name="connsiteX36" fmla="*/ 1956943 w 4403916"/>
                <a:gd name="connsiteY36" fmla="*/ 3762121 h 3764028"/>
                <a:gd name="connsiteX37" fmla="*/ 1896005 w 4403916"/>
                <a:gd name="connsiteY37" fmla="*/ 3759488 h 3764028"/>
                <a:gd name="connsiteX38" fmla="*/ 1773311 w 4403916"/>
                <a:gd name="connsiteY38" fmla="*/ 3749497 h 3764028"/>
                <a:gd name="connsiteX39" fmla="*/ 1651434 w 4403916"/>
                <a:gd name="connsiteY39" fmla="*/ 3733423 h 3764028"/>
                <a:gd name="connsiteX40" fmla="*/ 1530829 w 4403916"/>
                <a:gd name="connsiteY40" fmla="*/ 3711173 h 3764028"/>
                <a:gd name="connsiteX41" fmla="*/ 1411677 w 4403916"/>
                <a:gd name="connsiteY41" fmla="*/ 3683655 h 3764028"/>
                <a:gd name="connsiteX42" fmla="*/ 1294251 w 4403916"/>
                <a:gd name="connsiteY42" fmla="*/ 3650961 h 3764028"/>
                <a:gd name="connsiteX43" fmla="*/ 1236219 w 4403916"/>
                <a:gd name="connsiteY43" fmla="*/ 3632707 h 3764028"/>
                <a:gd name="connsiteX44" fmla="*/ 1178550 w 4403916"/>
                <a:gd name="connsiteY44" fmla="*/ 3613817 h 3764028"/>
                <a:gd name="connsiteX45" fmla="*/ 735362 w 4403916"/>
                <a:gd name="connsiteY45" fmla="*/ 3422375 h 3764028"/>
                <a:gd name="connsiteX46" fmla="*/ 329228 w 4403916"/>
                <a:gd name="connsiteY46" fmla="*/ 3165635 h 3764028"/>
                <a:gd name="connsiteX47" fmla="*/ 235414 w 4403916"/>
                <a:gd name="connsiteY47" fmla="*/ 3090529 h 3764028"/>
                <a:gd name="connsiteX48" fmla="*/ 145506 w 4403916"/>
                <a:gd name="connsiteY48" fmla="*/ 3010882 h 3764028"/>
                <a:gd name="connsiteX49" fmla="*/ 123437 w 4403916"/>
                <a:gd name="connsiteY49" fmla="*/ 2990539 h 3764028"/>
                <a:gd name="connsiteX50" fmla="*/ 112357 w 4403916"/>
                <a:gd name="connsiteY50" fmla="*/ 2980368 h 3764028"/>
                <a:gd name="connsiteX51" fmla="*/ 101731 w 4403916"/>
                <a:gd name="connsiteY51" fmla="*/ 2969742 h 3764028"/>
                <a:gd name="connsiteX52" fmla="*/ 59411 w 4403916"/>
                <a:gd name="connsiteY52" fmla="*/ 2927148 h 3764028"/>
                <a:gd name="connsiteX53" fmla="*/ 17180 w 4403916"/>
                <a:gd name="connsiteY53" fmla="*/ 2884374 h 3764028"/>
                <a:gd name="connsiteX54" fmla="*/ 0 w 4403916"/>
                <a:gd name="connsiteY54" fmla="*/ 2865736 h 3764028"/>
                <a:gd name="connsiteX55" fmla="*/ 0 w 4403916"/>
                <a:gd name="connsiteY55" fmla="*/ 2465769 h 3764028"/>
                <a:gd name="connsiteX56" fmla="*/ 31167 w 4403916"/>
                <a:gd name="connsiteY56" fmla="*/ 2508028 h 3764028"/>
                <a:gd name="connsiteX57" fmla="*/ 62771 w 4403916"/>
                <a:gd name="connsiteY57" fmla="*/ 2551984 h 3764028"/>
                <a:gd name="connsiteX58" fmla="*/ 96101 w 4403916"/>
                <a:gd name="connsiteY58" fmla="*/ 2594667 h 3764028"/>
                <a:gd name="connsiteX59" fmla="*/ 129249 w 4403916"/>
                <a:gd name="connsiteY59" fmla="*/ 2637533 h 3764028"/>
                <a:gd name="connsiteX60" fmla="*/ 164214 w 4403916"/>
                <a:gd name="connsiteY60" fmla="*/ 2679037 h 3764028"/>
                <a:gd name="connsiteX61" fmla="*/ 199451 w 4403916"/>
                <a:gd name="connsiteY61" fmla="*/ 2720268 h 3764028"/>
                <a:gd name="connsiteX62" fmla="*/ 236595 w 4403916"/>
                <a:gd name="connsiteY62" fmla="*/ 2759954 h 3764028"/>
                <a:gd name="connsiteX63" fmla="*/ 274284 w 4403916"/>
                <a:gd name="connsiteY63" fmla="*/ 2799097 h 3764028"/>
                <a:gd name="connsiteX64" fmla="*/ 283729 w 4403916"/>
                <a:gd name="connsiteY64" fmla="*/ 2808905 h 3764028"/>
                <a:gd name="connsiteX65" fmla="*/ 293628 w 4403916"/>
                <a:gd name="connsiteY65" fmla="*/ 2818168 h 3764028"/>
                <a:gd name="connsiteX66" fmla="*/ 313426 w 4403916"/>
                <a:gd name="connsiteY66" fmla="*/ 2836786 h 3764028"/>
                <a:gd name="connsiteX67" fmla="*/ 353113 w 4403916"/>
                <a:gd name="connsiteY67" fmla="*/ 2874021 h 3764028"/>
                <a:gd name="connsiteX68" fmla="*/ 363012 w 4403916"/>
                <a:gd name="connsiteY68" fmla="*/ 2883375 h 3764028"/>
                <a:gd name="connsiteX69" fmla="*/ 373366 w 4403916"/>
                <a:gd name="connsiteY69" fmla="*/ 2892184 h 3764028"/>
                <a:gd name="connsiteX70" fmla="*/ 393981 w 4403916"/>
                <a:gd name="connsiteY70" fmla="*/ 2909894 h 3764028"/>
                <a:gd name="connsiteX71" fmla="*/ 477624 w 4403916"/>
                <a:gd name="connsiteY71" fmla="*/ 2979641 h 3764028"/>
                <a:gd name="connsiteX72" fmla="*/ 844252 w 4403916"/>
                <a:gd name="connsiteY72" fmla="*/ 3215402 h 3764028"/>
                <a:gd name="connsiteX73" fmla="*/ 1253655 w 4403916"/>
                <a:gd name="connsiteY73" fmla="*/ 3364978 h 3764028"/>
                <a:gd name="connsiteX74" fmla="*/ 1306783 w 4403916"/>
                <a:gd name="connsiteY74" fmla="*/ 3376875 h 3764028"/>
                <a:gd name="connsiteX75" fmla="*/ 1360093 w 4403916"/>
                <a:gd name="connsiteY75" fmla="*/ 3387773 h 3764028"/>
                <a:gd name="connsiteX76" fmla="*/ 1413766 w 4403916"/>
                <a:gd name="connsiteY76" fmla="*/ 3396492 h 3764028"/>
                <a:gd name="connsiteX77" fmla="*/ 1440558 w 4403916"/>
                <a:gd name="connsiteY77" fmla="*/ 3400850 h 3764028"/>
                <a:gd name="connsiteX78" fmla="*/ 1467439 w 4403916"/>
                <a:gd name="connsiteY78" fmla="*/ 3404665 h 3764028"/>
                <a:gd name="connsiteX79" fmla="*/ 1575239 w 4403916"/>
                <a:gd name="connsiteY79" fmla="*/ 3416199 h 3764028"/>
                <a:gd name="connsiteX80" fmla="*/ 1683220 w 4403916"/>
                <a:gd name="connsiteY80" fmla="*/ 3422375 h 3764028"/>
                <a:gd name="connsiteX81" fmla="*/ 1791112 w 4403916"/>
                <a:gd name="connsiteY81" fmla="*/ 3423646 h 3764028"/>
                <a:gd name="connsiteX82" fmla="*/ 1844966 w 4403916"/>
                <a:gd name="connsiteY82" fmla="*/ 3422012 h 3764028"/>
                <a:gd name="connsiteX83" fmla="*/ 1898639 w 4403916"/>
                <a:gd name="connsiteY83" fmla="*/ 3420376 h 3764028"/>
                <a:gd name="connsiteX84" fmla="*/ 1952857 w 4403916"/>
                <a:gd name="connsiteY84" fmla="*/ 3417380 h 3764028"/>
                <a:gd name="connsiteX85" fmla="*/ 2007256 w 4403916"/>
                <a:gd name="connsiteY85" fmla="*/ 3413747 h 3764028"/>
                <a:gd name="connsiteX86" fmla="*/ 2034410 w 4403916"/>
                <a:gd name="connsiteY86" fmla="*/ 3412203 h 3764028"/>
                <a:gd name="connsiteX87" fmla="*/ 2061383 w 4403916"/>
                <a:gd name="connsiteY87" fmla="*/ 3409570 h 3764028"/>
                <a:gd name="connsiteX88" fmla="*/ 2115238 w 4403916"/>
                <a:gd name="connsiteY88" fmla="*/ 3404484 h 3764028"/>
                <a:gd name="connsiteX89" fmla="*/ 2535085 w 4403916"/>
                <a:gd name="connsiteY89" fmla="*/ 3335100 h 3764028"/>
                <a:gd name="connsiteX90" fmla="*/ 2932138 w 4403916"/>
                <a:gd name="connsiteY90" fmla="*/ 3201417 h 3764028"/>
                <a:gd name="connsiteX91" fmla="*/ 3027041 w 4403916"/>
                <a:gd name="connsiteY91" fmla="*/ 3155554 h 3764028"/>
                <a:gd name="connsiteX92" fmla="*/ 3119675 w 4403916"/>
                <a:gd name="connsiteY92" fmla="*/ 3104152 h 3764028"/>
                <a:gd name="connsiteX93" fmla="*/ 3164810 w 4403916"/>
                <a:gd name="connsiteY93" fmla="*/ 3075998 h 3764028"/>
                <a:gd name="connsiteX94" fmla="*/ 3187424 w 4403916"/>
                <a:gd name="connsiteY94" fmla="*/ 3061830 h 3764028"/>
                <a:gd name="connsiteX95" fmla="*/ 3198685 w 4403916"/>
                <a:gd name="connsiteY95" fmla="*/ 3054747 h 3764028"/>
                <a:gd name="connsiteX96" fmla="*/ 3209583 w 4403916"/>
                <a:gd name="connsiteY96" fmla="*/ 3047028 h 3764028"/>
                <a:gd name="connsiteX97" fmla="*/ 3253448 w 4403916"/>
                <a:gd name="connsiteY97" fmla="*/ 3016331 h 3764028"/>
                <a:gd name="connsiteX98" fmla="*/ 3296767 w 4403916"/>
                <a:gd name="connsiteY98" fmla="*/ 2984636 h 3764028"/>
                <a:gd name="connsiteX99" fmla="*/ 3338998 w 4403916"/>
                <a:gd name="connsiteY99" fmla="*/ 2951216 h 3764028"/>
                <a:gd name="connsiteX100" fmla="*/ 3380501 w 4403916"/>
                <a:gd name="connsiteY100" fmla="*/ 2916796 h 3764028"/>
                <a:gd name="connsiteX101" fmla="*/ 3421005 w 4403916"/>
                <a:gd name="connsiteY101" fmla="*/ 2880923 h 3764028"/>
                <a:gd name="connsiteX102" fmla="*/ 3460602 w 4403916"/>
                <a:gd name="connsiteY102" fmla="*/ 2844233 h 3764028"/>
                <a:gd name="connsiteX103" fmla="*/ 3602458 w 4403916"/>
                <a:gd name="connsiteY103" fmla="*/ 2688754 h 3764028"/>
                <a:gd name="connsiteX104" fmla="*/ 3706899 w 4403916"/>
                <a:gd name="connsiteY104" fmla="*/ 2519198 h 3764028"/>
                <a:gd name="connsiteX105" fmla="*/ 3726787 w 4403916"/>
                <a:gd name="connsiteY105" fmla="*/ 2473699 h 3764028"/>
                <a:gd name="connsiteX106" fmla="*/ 3743860 w 4403916"/>
                <a:gd name="connsiteY106" fmla="*/ 2425747 h 3764028"/>
                <a:gd name="connsiteX107" fmla="*/ 3759481 w 4403916"/>
                <a:gd name="connsiteY107" fmla="*/ 2376070 h 3764028"/>
                <a:gd name="connsiteX108" fmla="*/ 3774102 w 4403916"/>
                <a:gd name="connsiteY108" fmla="*/ 2324941 h 3764028"/>
                <a:gd name="connsiteX109" fmla="*/ 3881812 w 4403916"/>
                <a:gd name="connsiteY109" fmla="*/ 1882480 h 3764028"/>
                <a:gd name="connsiteX110" fmla="*/ 4023759 w 4403916"/>
                <a:gd name="connsiteY110" fmla="*/ 1437930 h 3764028"/>
                <a:gd name="connsiteX111" fmla="*/ 4097321 w 4403916"/>
                <a:gd name="connsiteY111" fmla="*/ 1045691 h 3764028"/>
                <a:gd name="connsiteX112" fmla="*/ 4037563 w 4403916"/>
                <a:gd name="connsiteY112" fmla="*/ 642917 h 3764028"/>
                <a:gd name="connsiteX113" fmla="*/ 3865374 w 4403916"/>
                <a:gd name="connsiteY113" fmla="*/ 257581 h 3764028"/>
                <a:gd name="connsiteX114" fmla="*/ 3748583 w 4403916"/>
                <a:gd name="connsiteY114" fmla="*/ 76400 h 3764028"/>
                <a:gd name="connsiteX115" fmla="*/ 0 w 4403916"/>
                <a:gd name="connsiteY115" fmla="*/ 0 h 3764028"/>
                <a:gd name="connsiteX116" fmla="*/ 490974 w 4403916"/>
                <a:gd name="connsiteY116" fmla="*/ 0 h 3764028"/>
                <a:gd name="connsiteX117" fmla="*/ 340218 w 4403916"/>
                <a:gd name="connsiteY117" fmla="*/ 124715 h 3764028"/>
                <a:gd name="connsiteX118" fmla="*/ 158390 w 4403916"/>
                <a:gd name="connsiteY118" fmla="*/ 262927 h 3764028"/>
                <a:gd name="connsiteX119" fmla="*/ 0 w 4403916"/>
                <a:gd name="connsiteY119" fmla="*/ 383581 h 3764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403916" h="3764028">
                  <a:moveTo>
                    <a:pt x="3689956" y="0"/>
                  </a:moveTo>
                  <a:lnTo>
                    <a:pt x="4028939" y="0"/>
                  </a:lnTo>
                  <a:lnTo>
                    <a:pt x="4108310" y="114997"/>
                  </a:lnTo>
                  <a:cubicBezTo>
                    <a:pt x="4192952" y="252132"/>
                    <a:pt x="4264879" y="398983"/>
                    <a:pt x="4317915" y="555006"/>
                  </a:cubicBezTo>
                  <a:cubicBezTo>
                    <a:pt x="4370771" y="710848"/>
                    <a:pt x="4402375" y="877134"/>
                    <a:pt x="4403828" y="1046236"/>
                  </a:cubicBezTo>
                  <a:cubicBezTo>
                    <a:pt x="4404828" y="1130696"/>
                    <a:pt x="4397290" y="1215610"/>
                    <a:pt x="4382668" y="1299162"/>
                  </a:cubicBezTo>
                  <a:cubicBezTo>
                    <a:pt x="4367774" y="1382713"/>
                    <a:pt x="4344979" y="1464903"/>
                    <a:pt x="4315735" y="1544277"/>
                  </a:cubicBezTo>
                  <a:cubicBezTo>
                    <a:pt x="4264697" y="1683409"/>
                    <a:pt x="4215111" y="1822540"/>
                    <a:pt x="4171337" y="1963761"/>
                  </a:cubicBezTo>
                  <a:lnTo>
                    <a:pt x="4139187" y="2070198"/>
                  </a:lnTo>
                  <a:lnTo>
                    <a:pt x="4108128" y="2177998"/>
                  </a:lnTo>
                  <a:lnTo>
                    <a:pt x="4077250" y="2287888"/>
                  </a:lnTo>
                  <a:lnTo>
                    <a:pt x="4061448" y="2343649"/>
                  </a:lnTo>
                  <a:lnTo>
                    <a:pt x="4044374" y="2400591"/>
                  </a:lnTo>
                  <a:cubicBezTo>
                    <a:pt x="4039107" y="2419391"/>
                    <a:pt x="4032296" y="2439007"/>
                    <a:pt x="4025939" y="2458259"/>
                  </a:cubicBezTo>
                  <a:cubicBezTo>
                    <a:pt x="4019218" y="2477695"/>
                    <a:pt x="4013769" y="2496857"/>
                    <a:pt x="4005596" y="2516565"/>
                  </a:cubicBezTo>
                  <a:lnTo>
                    <a:pt x="3982800" y="2575233"/>
                  </a:lnTo>
                  <a:cubicBezTo>
                    <a:pt x="3974264" y="2594758"/>
                    <a:pt x="3965091" y="2614193"/>
                    <a:pt x="3956101" y="2633628"/>
                  </a:cubicBezTo>
                  <a:cubicBezTo>
                    <a:pt x="3918502" y="2710550"/>
                    <a:pt x="3873547" y="2785837"/>
                    <a:pt x="3821782" y="2851680"/>
                  </a:cubicBezTo>
                  <a:cubicBezTo>
                    <a:pt x="3771469" y="2919429"/>
                    <a:pt x="3716071" y="2979460"/>
                    <a:pt x="3660763" y="3038310"/>
                  </a:cubicBezTo>
                  <a:cubicBezTo>
                    <a:pt x="3647231" y="3053475"/>
                    <a:pt x="3632700" y="3067279"/>
                    <a:pt x="3618442" y="3081447"/>
                  </a:cubicBezTo>
                  <a:lnTo>
                    <a:pt x="3575667" y="3124131"/>
                  </a:lnTo>
                  <a:cubicBezTo>
                    <a:pt x="3561682" y="3138662"/>
                    <a:pt x="3546515" y="3152013"/>
                    <a:pt x="3531621" y="3165816"/>
                  </a:cubicBezTo>
                  <a:lnTo>
                    <a:pt x="3487030" y="3207138"/>
                  </a:lnTo>
                  <a:cubicBezTo>
                    <a:pt x="3472408" y="3221124"/>
                    <a:pt x="3456515" y="3234020"/>
                    <a:pt x="3441167" y="3247279"/>
                  </a:cubicBezTo>
                  <a:lnTo>
                    <a:pt x="3394578" y="3286966"/>
                  </a:lnTo>
                  <a:lnTo>
                    <a:pt x="3382862" y="3296865"/>
                  </a:lnTo>
                  <a:lnTo>
                    <a:pt x="3370693" y="3306310"/>
                  </a:lnTo>
                  <a:lnTo>
                    <a:pt x="3346354" y="3325109"/>
                  </a:lnTo>
                  <a:lnTo>
                    <a:pt x="3297586" y="3362799"/>
                  </a:lnTo>
                  <a:cubicBezTo>
                    <a:pt x="3264528" y="3387228"/>
                    <a:pt x="3230108" y="3410205"/>
                    <a:pt x="3196234" y="3433999"/>
                  </a:cubicBezTo>
                  <a:cubicBezTo>
                    <a:pt x="3161268" y="3456068"/>
                    <a:pt x="3125850" y="3477863"/>
                    <a:pt x="3090250" y="3499297"/>
                  </a:cubicBezTo>
                  <a:cubicBezTo>
                    <a:pt x="2946123" y="3582485"/>
                    <a:pt x="2789736" y="3647146"/>
                    <a:pt x="2628717" y="3690013"/>
                  </a:cubicBezTo>
                  <a:cubicBezTo>
                    <a:pt x="2467698" y="3733060"/>
                    <a:pt x="2302775" y="3755582"/>
                    <a:pt x="2139758" y="3761758"/>
                  </a:cubicBezTo>
                  <a:lnTo>
                    <a:pt x="2078638" y="3763392"/>
                  </a:lnTo>
                  <a:lnTo>
                    <a:pt x="2048123" y="3764028"/>
                  </a:lnTo>
                  <a:lnTo>
                    <a:pt x="2017699" y="3763574"/>
                  </a:lnTo>
                  <a:lnTo>
                    <a:pt x="1956943" y="3762121"/>
                  </a:lnTo>
                  <a:cubicBezTo>
                    <a:pt x="1936691" y="3761577"/>
                    <a:pt x="1916620" y="3761395"/>
                    <a:pt x="1896005" y="3759488"/>
                  </a:cubicBezTo>
                  <a:cubicBezTo>
                    <a:pt x="1854955" y="3756400"/>
                    <a:pt x="1814088" y="3753947"/>
                    <a:pt x="1773311" y="3749497"/>
                  </a:cubicBezTo>
                  <a:lnTo>
                    <a:pt x="1651434" y="3733423"/>
                  </a:lnTo>
                  <a:lnTo>
                    <a:pt x="1530829" y="3711173"/>
                  </a:lnTo>
                  <a:cubicBezTo>
                    <a:pt x="1490960" y="3702273"/>
                    <a:pt x="1451274" y="3692737"/>
                    <a:pt x="1411677" y="3683655"/>
                  </a:cubicBezTo>
                  <a:cubicBezTo>
                    <a:pt x="1372263" y="3673756"/>
                    <a:pt x="1333302" y="3661678"/>
                    <a:pt x="1294251" y="3650961"/>
                  </a:cubicBezTo>
                  <a:cubicBezTo>
                    <a:pt x="1274634" y="3645966"/>
                    <a:pt x="1255562" y="3638883"/>
                    <a:pt x="1236219" y="3632707"/>
                  </a:cubicBezTo>
                  <a:lnTo>
                    <a:pt x="1178550" y="3613817"/>
                  </a:lnTo>
                  <a:cubicBezTo>
                    <a:pt x="1025523" y="3561324"/>
                    <a:pt x="877309" y="3497299"/>
                    <a:pt x="735362" y="3422375"/>
                  </a:cubicBezTo>
                  <a:cubicBezTo>
                    <a:pt x="593506" y="3347359"/>
                    <a:pt x="456827" y="3262627"/>
                    <a:pt x="329228" y="3165635"/>
                  </a:cubicBezTo>
                  <a:cubicBezTo>
                    <a:pt x="296716" y="3142204"/>
                    <a:pt x="266292" y="3116049"/>
                    <a:pt x="235414" y="3090529"/>
                  </a:cubicBezTo>
                  <a:cubicBezTo>
                    <a:pt x="203992" y="3065555"/>
                    <a:pt x="175021" y="3037946"/>
                    <a:pt x="145506" y="3010882"/>
                  </a:cubicBezTo>
                  <a:lnTo>
                    <a:pt x="123437" y="2990539"/>
                  </a:lnTo>
                  <a:lnTo>
                    <a:pt x="112357" y="2980368"/>
                  </a:lnTo>
                  <a:lnTo>
                    <a:pt x="101731" y="2969742"/>
                  </a:lnTo>
                  <a:lnTo>
                    <a:pt x="59411" y="2927148"/>
                  </a:lnTo>
                  <a:cubicBezTo>
                    <a:pt x="45425" y="2912800"/>
                    <a:pt x="30713" y="2899268"/>
                    <a:pt x="17180" y="2884374"/>
                  </a:cubicBezTo>
                  <a:lnTo>
                    <a:pt x="0" y="2865736"/>
                  </a:lnTo>
                  <a:lnTo>
                    <a:pt x="0" y="2465769"/>
                  </a:lnTo>
                  <a:lnTo>
                    <a:pt x="31167" y="2508028"/>
                  </a:lnTo>
                  <a:cubicBezTo>
                    <a:pt x="41883" y="2522559"/>
                    <a:pt x="52236" y="2537361"/>
                    <a:pt x="62771" y="2551984"/>
                  </a:cubicBezTo>
                  <a:lnTo>
                    <a:pt x="96101" y="2594667"/>
                  </a:lnTo>
                  <a:lnTo>
                    <a:pt x="129249" y="2637533"/>
                  </a:lnTo>
                  <a:cubicBezTo>
                    <a:pt x="140511" y="2651700"/>
                    <a:pt x="152589" y="2665141"/>
                    <a:pt x="164214" y="2679037"/>
                  </a:cubicBezTo>
                  <a:lnTo>
                    <a:pt x="199451" y="2720268"/>
                  </a:lnTo>
                  <a:cubicBezTo>
                    <a:pt x="211257" y="2733981"/>
                    <a:pt x="224153" y="2746696"/>
                    <a:pt x="236595" y="2759954"/>
                  </a:cubicBezTo>
                  <a:lnTo>
                    <a:pt x="274284" y="2799097"/>
                  </a:lnTo>
                  <a:lnTo>
                    <a:pt x="283729" y="2808905"/>
                  </a:lnTo>
                  <a:lnTo>
                    <a:pt x="293628" y="2818168"/>
                  </a:lnTo>
                  <a:lnTo>
                    <a:pt x="313426" y="2836786"/>
                  </a:lnTo>
                  <a:lnTo>
                    <a:pt x="353113" y="2874021"/>
                  </a:lnTo>
                  <a:lnTo>
                    <a:pt x="363012" y="2883375"/>
                  </a:lnTo>
                  <a:lnTo>
                    <a:pt x="373366" y="2892184"/>
                  </a:lnTo>
                  <a:lnTo>
                    <a:pt x="393981" y="2909894"/>
                  </a:lnTo>
                  <a:cubicBezTo>
                    <a:pt x="421498" y="2933506"/>
                    <a:pt x="448562" y="2957755"/>
                    <a:pt x="477624" y="2979641"/>
                  </a:cubicBezTo>
                  <a:cubicBezTo>
                    <a:pt x="591236" y="3070186"/>
                    <a:pt x="713658" y="3150650"/>
                    <a:pt x="844252" y="3215402"/>
                  </a:cubicBezTo>
                  <a:cubicBezTo>
                    <a:pt x="974756" y="3280337"/>
                    <a:pt x="1112435" y="3330741"/>
                    <a:pt x="1253655" y="3364978"/>
                  </a:cubicBezTo>
                  <a:lnTo>
                    <a:pt x="1306783" y="3376875"/>
                  </a:lnTo>
                  <a:cubicBezTo>
                    <a:pt x="1324583" y="3380599"/>
                    <a:pt x="1342020" y="3385231"/>
                    <a:pt x="1360093" y="3387773"/>
                  </a:cubicBezTo>
                  <a:lnTo>
                    <a:pt x="1413766" y="3396492"/>
                  </a:lnTo>
                  <a:lnTo>
                    <a:pt x="1440558" y="3400850"/>
                  </a:lnTo>
                  <a:cubicBezTo>
                    <a:pt x="1449457" y="3402304"/>
                    <a:pt x="1458358" y="3403848"/>
                    <a:pt x="1467439" y="3404665"/>
                  </a:cubicBezTo>
                  <a:cubicBezTo>
                    <a:pt x="1503494" y="3408480"/>
                    <a:pt x="1539367" y="3412930"/>
                    <a:pt x="1575239" y="3416199"/>
                  </a:cubicBezTo>
                  <a:lnTo>
                    <a:pt x="1683220" y="3422375"/>
                  </a:lnTo>
                  <a:lnTo>
                    <a:pt x="1791112" y="3423646"/>
                  </a:lnTo>
                  <a:cubicBezTo>
                    <a:pt x="1809002" y="3423918"/>
                    <a:pt x="1827075" y="3422465"/>
                    <a:pt x="1844966" y="3422012"/>
                  </a:cubicBezTo>
                  <a:lnTo>
                    <a:pt x="1898639" y="3420376"/>
                  </a:lnTo>
                  <a:cubicBezTo>
                    <a:pt x="1916348" y="3420195"/>
                    <a:pt x="1934693" y="3418560"/>
                    <a:pt x="1952857" y="3417380"/>
                  </a:cubicBezTo>
                  <a:lnTo>
                    <a:pt x="2007256" y="3413747"/>
                  </a:lnTo>
                  <a:lnTo>
                    <a:pt x="2034410" y="3412203"/>
                  </a:lnTo>
                  <a:lnTo>
                    <a:pt x="2061383" y="3409570"/>
                  </a:lnTo>
                  <a:cubicBezTo>
                    <a:pt x="2079365" y="3407753"/>
                    <a:pt x="2097255" y="3406028"/>
                    <a:pt x="2115238" y="3404484"/>
                  </a:cubicBezTo>
                  <a:cubicBezTo>
                    <a:pt x="2258546" y="3390317"/>
                    <a:pt x="2398768" y="3368157"/>
                    <a:pt x="2535085" y="3335100"/>
                  </a:cubicBezTo>
                  <a:cubicBezTo>
                    <a:pt x="2671311" y="3301951"/>
                    <a:pt x="2803994" y="3258541"/>
                    <a:pt x="2932138" y="3201417"/>
                  </a:cubicBezTo>
                  <a:cubicBezTo>
                    <a:pt x="2963741" y="3186432"/>
                    <a:pt x="2995346" y="3170993"/>
                    <a:pt x="3027041" y="3155554"/>
                  </a:cubicBezTo>
                  <a:cubicBezTo>
                    <a:pt x="3057737" y="3138390"/>
                    <a:pt x="3089069" y="3122042"/>
                    <a:pt x="3119675" y="3104152"/>
                  </a:cubicBezTo>
                  <a:lnTo>
                    <a:pt x="3164810" y="3075998"/>
                  </a:lnTo>
                  <a:lnTo>
                    <a:pt x="3187424" y="3061830"/>
                  </a:lnTo>
                  <a:lnTo>
                    <a:pt x="3198685" y="3054747"/>
                  </a:lnTo>
                  <a:lnTo>
                    <a:pt x="3209583" y="3047028"/>
                  </a:lnTo>
                  <a:lnTo>
                    <a:pt x="3253448" y="3016331"/>
                  </a:lnTo>
                  <a:cubicBezTo>
                    <a:pt x="3268069" y="3006069"/>
                    <a:pt x="3282963" y="2996169"/>
                    <a:pt x="3296767" y="2984636"/>
                  </a:cubicBezTo>
                  <a:lnTo>
                    <a:pt x="3338998" y="2951216"/>
                  </a:lnTo>
                  <a:cubicBezTo>
                    <a:pt x="3353074" y="2940045"/>
                    <a:pt x="3367242" y="2928966"/>
                    <a:pt x="3380501" y="2916796"/>
                  </a:cubicBezTo>
                  <a:lnTo>
                    <a:pt x="3421005" y="2880923"/>
                  </a:lnTo>
                  <a:cubicBezTo>
                    <a:pt x="3434356" y="2868844"/>
                    <a:pt x="3448160" y="2857038"/>
                    <a:pt x="3460602" y="2844233"/>
                  </a:cubicBezTo>
                  <a:cubicBezTo>
                    <a:pt x="3512095" y="2794193"/>
                    <a:pt x="3561409" y="2742881"/>
                    <a:pt x="3602458" y="2688754"/>
                  </a:cubicBezTo>
                  <a:cubicBezTo>
                    <a:pt x="3645597" y="2635263"/>
                    <a:pt x="3678564" y="2578865"/>
                    <a:pt x="3706899" y="2519198"/>
                  </a:cubicBezTo>
                  <a:lnTo>
                    <a:pt x="3726787" y="2473699"/>
                  </a:lnTo>
                  <a:lnTo>
                    <a:pt x="3743860" y="2425747"/>
                  </a:lnTo>
                  <a:cubicBezTo>
                    <a:pt x="3749945" y="2410217"/>
                    <a:pt x="3754214" y="2392599"/>
                    <a:pt x="3759481" y="2376070"/>
                  </a:cubicBezTo>
                  <a:cubicBezTo>
                    <a:pt x="3764476" y="2359179"/>
                    <a:pt x="3769652" y="2342832"/>
                    <a:pt x="3774102" y="2324941"/>
                  </a:cubicBezTo>
                  <a:cubicBezTo>
                    <a:pt x="3810339" y="2185264"/>
                    <a:pt x="3840945" y="2032328"/>
                    <a:pt x="3881812" y="1882480"/>
                  </a:cubicBezTo>
                  <a:cubicBezTo>
                    <a:pt x="3922044" y="1732087"/>
                    <a:pt x="3970177" y="1583782"/>
                    <a:pt x="4023759" y="1437930"/>
                  </a:cubicBezTo>
                  <a:cubicBezTo>
                    <a:pt x="4070711" y="1311967"/>
                    <a:pt x="4095323" y="1179828"/>
                    <a:pt x="4097321" y="1045691"/>
                  </a:cubicBezTo>
                  <a:cubicBezTo>
                    <a:pt x="4099500" y="911554"/>
                    <a:pt x="4077796" y="775601"/>
                    <a:pt x="4037563" y="642917"/>
                  </a:cubicBezTo>
                  <a:cubicBezTo>
                    <a:pt x="3997513" y="509961"/>
                    <a:pt x="3937665" y="380910"/>
                    <a:pt x="3865374" y="257581"/>
                  </a:cubicBezTo>
                  <a:cubicBezTo>
                    <a:pt x="3829320" y="195825"/>
                    <a:pt x="3789451" y="135886"/>
                    <a:pt x="3748583" y="76400"/>
                  </a:cubicBezTo>
                  <a:close/>
                  <a:moveTo>
                    <a:pt x="0" y="0"/>
                  </a:moveTo>
                  <a:lnTo>
                    <a:pt x="490974" y="0"/>
                  </a:lnTo>
                  <a:lnTo>
                    <a:pt x="340218" y="124715"/>
                  </a:lnTo>
                  <a:cubicBezTo>
                    <a:pt x="279415" y="172712"/>
                    <a:pt x="218386" y="218189"/>
                    <a:pt x="158390" y="262927"/>
                  </a:cubicBezTo>
                  <a:lnTo>
                    <a:pt x="0" y="383581"/>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753B73FA-DD70-4019-916A-C6CBE0FB80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3" y="1939"/>
              <a:ext cx="4389739" cy="3770876"/>
            </a:xfrm>
            <a:custGeom>
              <a:avLst/>
              <a:gdLst>
                <a:gd name="connsiteX0" fmla="*/ 3380673 w 4389739"/>
                <a:gd name="connsiteY0" fmla="*/ 0 h 3715351"/>
                <a:gd name="connsiteX1" fmla="*/ 4063068 w 4389739"/>
                <a:gd name="connsiteY1" fmla="*/ 0 h 3715351"/>
                <a:gd name="connsiteX2" fmla="*/ 4090590 w 4389739"/>
                <a:gd name="connsiteY2" fmla="*/ 40479 h 3715351"/>
                <a:gd name="connsiteX3" fmla="*/ 4304021 w 4389739"/>
                <a:gd name="connsiteY3" fmla="*/ 1470170 h 3715351"/>
                <a:gd name="connsiteX4" fmla="*/ 3646869 w 4389739"/>
                <a:gd name="connsiteY4" fmla="*/ 3036312 h 3715351"/>
                <a:gd name="connsiteX5" fmla="*/ 1927337 w 4389739"/>
                <a:gd name="connsiteY5" fmla="*/ 3715351 h 3715351"/>
                <a:gd name="connsiteX6" fmla="*/ 112084 w 4389739"/>
                <a:gd name="connsiteY6" fmla="*/ 2970651 h 3715351"/>
                <a:gd name="connsiteX7" fmla="*/ 0 w 4389739"/>
                <a:gd name="connsiteY7" fmla="*/ 2848883 h 3715351"/>
                <a:gd name="connsiteX8" fmla="*/ 0 w 4389739"/>
                <a:gd name="connsiteY8" fmla="*/ 1794217 h 3715351"/>
                <a:gd name="connsiteX9" fmla="*/ 50420 w 4389739"/>
                <a:gd name="connsiteY9" fmla="*/ 1930977 h 3715351"/>
                <a:gd name="connsiteX10" fmla="*/ 494879 w 4389739"/>
                <a:gd name="connsiteY10" fmla="*/ 2582861 h 3715351"/>
                <a:gd name="connsiteX11" fmla="*/ 1927428 w 4389739"/>
                <a:gd name="connsiteY11" fmla="*/ 3170539 h 3715351"/>
                <a:gd name="connsiteX12" fmla="*/ 3261622 w 4389739"/>
                <a:gd name="connsiteY12" fmla="*/ 2651065 h 3715351"/>
                <a:gd name="connsiteX13" fmla="*/ 3451249 w 4389739"/>
                <a:gd name="connsiteY13" fmla="*/ 2406495 h 3715351"/>
                <a:gd name="connsiteX14" fmla="*/ 3548513 w 4389739"/>
                <a:gd name="connsiteY14" fmla="*/ 2087000 h 3715351"/>
                <a:gd name="connsiteX15" fmla="*/ 3792812 w 4389739"/>
                <a:gd name="connsiteY15" fmla="*/ 1281544 h 3715351"/>
                <a:gd name="connsiteX16" fmla="*/ 3785001 w 4389739"/>
                <a:gd name="connsiteY16" fmla="*/ 655451 h 3715351"/>
                <a:gd name="connsiteX17" fmla="*/ 3400209 w 4389739"/>
                <a:gd name="connsiteY17" fmla="*/ 20912 h 3715351"/>
                <a:gd name="connsiteX18" fmla="*/ 0 w 4389739"/>
                <a:gd name="connsiteY18" fmla="*/ 0 h 3715351"/>
                <a:gd name="connsiteX19" fmla="*/ 740721 w 4389739"/>
                <a:gd name="connsiteY19" fmla="*/ 0 h 3715351"/>
                <a:gd name="connsiteX20" fmla="*/ 713748 w 4389739"/>
                <a:gd name="connsiteY20" fmla="*/ 26542 h 3715351"/>
                <a:gd name="connsiteX21" fmla="*/ 429308 w 4389739"/>
                <a:gd name="connsiteY21" fmla="*/ 295360 h 3715351"/>
                <a:gd name="connsiteX22" fmla="*/ 10006 w 4389739"/>
                <a:gd name="connsiteY22" fmla="*/ 732645 h 3715351"/>
                <a:gd name="connsiteX23" fmla="*/ 0 w 4389739"/>
                <a:gd name="connsiteY23" fmla="*/ 749563 h 3715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89739" h="3715351">
                  <a:moveTo>
                    <a:pt x="3380673" y="0"/>
                  </a:moveTo>
                  <a:lnTo>
                    <a:pt x="4063068" y="0"/>
                  </a:lnTo>
                  <a:lnTo>
                    <a:pt x="4090590" y="40479"/>
                  </a:lnTo>
                  <a:cubicBezTo>
                    <a:pt x="4344157" y="451833"/>
                    <a:pt x="4493920" y="955714"/>
                    <a:pt x="4304021" y="1470170"/>
                  </a:cubicBezTo>
                  <a:cubicBezTo>
                    <a:pt x="3964456" y="2390148"/>
                    <a:pt x="4114577" y="2568603"/>
                    <a:pt x="3646869" y="3036312"/>
                  </a:cubicBezTo>
                  <a:cubicBezTo>
                    <a:pt x="3179069" y="3504020"/>
                    <a:pt x="2641069" y="3715351"/>
                    <a:pt x="1927337" y="3715351"/>
                  </a:cubicBezTo>
                  <a:cubicBezTo>
                    <a:pt x="1219872" y="3715351"/>
                    <a:pt x="578794" y="3431185"/>
                    <a:pt x="112084" y="2970651"/>
                  </a:cubicBezTo>
                  <a:lnTo>
                    <a:pt x="0" y="2848883"/>
                  </a:lnTo>
                  <a:lnTo>
                    <a:pt x="0" y="1794217"/>
                  </a:lnTo>
                  <a:lnTo>
                    <a:pt x="50420" y="1930977"/>
                  </a:lnTo>
                  <a:cubicBezTo>
                    <a:pt x="154859" y="2175638"/>
                    <a:pt x="304435" y="2394961"/>
                    <a:pt x="494879" y="2582861"/>
                  </a:cubicBezTo>
                  <a:cubicBezTo>
                    <a:pt x="878944" y="2961842"/>
                    <a:pt x="1387702" y="3170539"/>
                    <a:pt x="1927428" y="3170539"/>
                  </a:cubicBezTo>
                  <a:cubicBezTo>
                    <a:pt x="2498486" y="3170539"/>
                    <a:pt x="2897536" y="3015151"/>
                    <a:pt x="3261622" y="2651065"/>
                  </a:cubicBezTo>
                  <a:cubicBezTo>
                    <a:pt x="3384679" y="2528008"/>
                    <a:pt x="3426547" y="2458352"/>
                    <a:pt x="3451249" y="2406495"/>
                  </a:cubicBezTo>
                  <a:cubicBezTo>
                    <a:pt x="3487303" y="2330845"/>
                    <a:pt x="3513004" y="2228584"/>
                    <a:pt x="3548513" y="2087000"/>
                  </a:cubicBezTo>
                  <a:cubicBezTo>
                    <a:pt x="3596102" y="1897556"/>
                    <a:pt x="3661309" y="1638000"/>
                    <a:pt x="3792812" y="1281544"/>
                  </a:cubicBezTo>
                  <a:cubicBezTo>
                    <a:pt x="3864739" y="1086651"/>
                    <a:pt x="3862196" y="881858"/>
                    <a:pt x="3785001" y="655451"/>
                  </a:cubicBezTo>
                  <a:cubicBezTo>
                    <a:pt x="3714346" y="448296"/>
                    <a:pt x="3581298" y="228882"/>
                    <a:pt x="3400209" y="20912"/>
                  </a:cubicBezTo>
                  <a:close/>
                  <a:moveTo>
                    <a:pt x="0" y="0"/>
                  </a:moveTo>
                  <a:lnTo>
                    <a:pt x="740721" y="0"/>
                  </a:lnTo>
                  <a:lnTo>
                    <a:pt x="713748" y="26542"/>
                  </a:lnTo>
                  <a:cubicBezTo>
                    <a:pt x="616755" y="123534"/>
                    <a:pt x="521488" y="210901"/>
                    <a:pt x="429308" y="295360"/>
                  </a:cubicBezTo>
                  <a:cubicBezTo>
                    <a:pt x="256302" y="453928"/>
                    <a:pt x="106908" y="590789"/>
                    <a:pt x="10006" y="732645"/>
                  </a:cubicBezTo>
                  <a:lnTo>
                    <a:pt x="0" y="749563"/>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88276733-3A2F-427C-B871-7F5A43825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3" y="1939"/>
              <a:ext cx="4389701" cy="3770876"/>
            </a:xfrm>
            <a:custGeom>
              <a:avLst/>
              <a:gdLst>
                <a:gd name="connsiteX0" fmla="*/ 3499929 w 4389701"/>
                <a:gd name="connsiteY0" fmla="*/ 0 h 3715351"/>
                <a:gd name="connsiteX1" fmla="*/ 4063056 w 4389701"/>
                <a:gd name="connsiteY1" fmla="*/ 0 h 3715351"/>
                <a:gd name="connsiteX2" fmla="*/ 4090576 w 4389701"/>
                <a:gd name="connsiteY2" fmla="*/ 40479 h 3715351"/>
                <a:gd name="connsiteX3" fmla="*/ 4304020 w 4389701"/>
                <a:gd name="connsiteY3" fmla="*/ 1470170 h 3715351"/>
                <a:gd name="connsiteX4" fmla="*/ 3646868 w 4389701"/>
                <a:gd name="connsiteY4" fmla="*/ 3036312 h 3715351"/>
                <a:gd name="connsiteX5" fmla="*/ 1927336 w 4389701"/>
                <a:gd name="connsiteY5" fmla="*/ 3715351 h 3715351"/>
                <a:gd name="connsiteX6" fmla="*/ 112084 w 4389701"/>
                <a:gd name="connsiteY6" fmla="*/ 2970651 h 3715351"/>
                <a:gd name="connsiteX7" fmla="*/ 0 w 4389701"/>
                <a:gd name="connsiteY7" fmla="*/ 2848884 h 3715351"/>
                <a:gd name="connsiteX8" fmla="*/ 0 w 4389701"/>
                <a:gd name="connsiteY8" fmla="*/ 2034844 h 3715351"/>
                <a:gd name="connsiteX9" fmla="*/ 57349 w 4389701"/>
                <a:gd name="connsiteY9" fmla="*/ 2152995 h 3715351"/>
                <a:gd name="connsiteX10" fmla="*/ 430943 w 4389701"/>
                <a:gd name="connsiteY10" fmla="*/ 2647251 h 3715351"/>
                <a:gd name="connsiteX11" fmla="*/ 1927336 w 4389701"/>
                <a:gd name="connsiteY11" fmla="*/ 3261084 h 3715351"/>
                <a:gd name="connsiteX12" fmla="*/ 2712723 w 4389701"/>
                <a:gd name="connsiteY12" fmla="*/ 3128673 h 3715351"/>
                <a:gd name="connsiteX13" fmla="*/ 3325739 w 4389701"/>
                <a:gd name="connsiteY13" fmla="*/ 2715091 h 3715351"/>
                <a:gd name="connsiteX14" fmla="*/ 3533165 w 4389701"/>
                <a:gd name="connsiteY14" fmla="*/ 2445455 h 3715351"/>
                <a:gd name="connsiteX15" fmla="*/ 3636606 w 4389701"/>
                <a:gd name="connsiteY15" fmla="*/ 2108978 h 3715351"/>
                <a:gd name="connsiteX16" fmla="*/ 3877997 w 4389701"/>
                <a:gd name="connsiteY16" fmla="*/ 1312875 h 3715351"/>
                <a:gd name="connsiteX17" fmla="*/ 3871005 w 4389701"/>
                <a:gd name="connsiteY17" fmla="*/ 626026 h 3715351"/>
                <a:gd name="connsiteX18" fmla="*/ 3600818 w 4389701"/>
                <a:gd name="connsiteY18" fmla="*/ 125805 h 3715351"/>
                <a:gd name="connsiteX19" fmla="*/ 0 w 4389701"/>
                <a:gd name="connsiteY19" fmla="*/ 0 h 3715351"/>
                <a:gd name="connsiteX20" fmla="*/ 610148 w 4389701"/>
                <a:gd name="connsiteY20" fmla="*/ 0 h 3715351"/>
                <a:gd name="connsiteX21" fmla="*/ 507071 w 4389701"/>
                <a:gd name="connsiteY21" fmla="*/ 99503 h 3715351"/>
                <a:gd name="connsiteX22" fmla="*/ 367825 w 4389701"/>
                <a:gd name="connsiteY22" fmla="*/ 228156 h 3715351"/>
                <a:gd name="connsiteX23" fmla="*/ 21000 w 4389701"/>
                <a:gd name="connsiteY23" fmla="*/ 569708 h 3715351"/>
                <a:gd name="connsiteX24" fmla="*/ 0 w 4389701"/>
                <a:gd name="connsiteY24" fmla="*/ 596889 h 3715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389701" h="3715351">
                  <a:moveTo>
                    <a:pt x="3499929" y="0"/>
                  </a:moveTo>
                  <a:lnTo>
                    <a:pt x="4063056" y="0"/>
                  </a:lnTo>
                  <a:lnTo>
                    <a:pt x="4090576" y="40479"/>
                  </a:lnTo>
                  <a:cubicBezTo>
                    <a:pt x="4344122" y="451833"/>
                    <a:pt x="4493851" y="955714"/>
                    <a:pt x="4304020" y="1470170"/>
                  </a:cubicBezTo>
                  <a:cubicBezTo>
                    <a:pt x="3964455" y="2390148"/>
                    <a:pt x="4114576" y="2568603"/>
                    <a:pt x="3646868" y="3036312"/>
                  </a:cubicBezTo>
                  <a:cubicBezTo>
                    <a:pt x="3179069" y="3504020"/>
                    <a:pt x="2641068" y="3715351"/>
                    <a:pt x="1927336" y="3715351"/>
                  </a:cubicBezTo>
                  <a:cubicBezTo>
                    <a:pt x="1219872" y="3715351"/>
                    <a:pt x="578794" y="3431185"/>
                    <a:pt x="112084" y="2970651"/>
                  </a:cubicBezTo>
                  <a:lnTo>
                    <a:pt x="0" y="2848884"/>
                  </a:lnTo>
                  <a:lnTo>
                    <a:pt x="0" y="2034844"/>
                  </a:lnTo>
                  <a:lnTo>
                    <a:pt x="57349" y="2152995"/>
                  </a:lnTo>
                  <a:cubicBezTo>
                    <a:pt x="156619" y="2334426"/>
                    <a:pt x="281776" y="2500059"/>
                    <a:pt x="430943" y="2647251"/>
                  </a:cubicBezTo>
                  <a:cubicBezTo>
                    <a:pt x="832174" y="3043032"/>
                    <a:pt x="1363635" y="3261084"/>
                    <a:pt x="1927336" y="3261084"/>
                  </a:cubicBezTo>
                  <a:cubicBezTo>
                    <a:pt x="2229848" y="3261084"/>
                    <a:pt x="2486770" y="3217764"/>
                    <a:pt x="2712723" y="3128673"/>
                  </a:cubicBezTo>
                  <a:cubicBezTo>
                    <a:pt x="2934316" y="3041306"/>
                    <a:pt x="3134841" y="2905989"/>
                    <a:pt x="3325739" y="2715091"/>
                  </a:cubicBezTo>
                  <a:cubicBezTo>
                    <a:pt x="3458513" y="2582408"/>
                    <a:pt x="3505103" y="2504305"/>
                    <a:pt x="3533165" y="2445455"/>
                  </a:cubicBezTo>
                  <a:cubicBezTo>
                    <a:pt x="3573124" y="2361631"/>
                    <a:pt x="3599734" y="2255648"/>
                    <a:pt x="3636606" y="2108978"/>
                  </a:cubicBezTo>
                  <a:cubicBezTo>
                    <a:pt x="3683649" y="1921532"/>
                    <a:pt x="3748129" y="1664701"/>
                    <a:pt x="3877997" y="1312875"/>
                  </a:cubicBezTo>
                  <a:cubicBezTo>
                    <a:pt x="3957462" y="1097549"/>
                    <a:pt x="3955192" y="872957"/>
                    <a:pt x="3871005" y="626026"/>
                  </a:cubicBezTo>
                  <a:cubicBezTo>
                    <a:pt x="3815220" y="462351"/>
                    <a:pt x="3723064" y="292137"/>
                    <a:pt x="3600818" y="125805"/>
                  </a:cubicBezTo>
                  <a:close/>
                  <a:moveTo>
                    <a:pt x="0" y="0"/>
                  </a:moveTo>
                  <a:lnTo>
                    <a:pt x="610148" y="0"/>
                  </a:lnTo>
                  <a:lnTo>
                    <a:pt x="507071" y="99503"/>
                  </a:lnTo>
                  <a:cubicBezTo>
                    <a:pt x="460050" y="143606"/>
                    <a:pt x="413552" y="186244"/>
                    <a:pt x="367825" y="228156"/>
                  </a:cubicBezTo>
                  <a:cubicBezTo>
                    <a:pt x="234937" y="349874"/>
                    <a:pt x="115689" y="459178"/>
                    <a:pt x="21000" y="569708"/>
                  </a:cubicBezTo>
                  <a:lnTo>
                    <a:pt x="0" y="5968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Freeform: Shape 28">
              <a:extLst>
                <a:ext uri="{FF2B5EF4-FFF2-40B4-BE49-F238E27FC236}">
                  <a16:creationId xmlns:a16="http://schemas.microsoft.com/office/drawing/2014/main" id="{C4A30C11-CB65-4FFA-A60D-499BF0DCDB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3" y="6910"/>
              <a:ext cx="4457647" cy="3827827"/>
            </a:xfrm>
            <a:custGeom>
              <a:avLst/>
              <a:gdLst>
                <a:gd name="connsiteX0" fmla="*/ 4035886 w 4457647"/>
                <a:gd name="connsiteY0" fmla="*/ 0 h 3827827"/>
                <a:gd name="connsiteX1" fmla="*/ 4194172 w 4457647"/>
                <a:gd name="connsiteY1" fmla="*/ 0 h 3827827"/>
                <a:gd name="connsiteX2" fmla="*/ 4245692 w 4457647"/>
                <a:gd name="connsiteY2" fmla="*/ 106223 h 3827827"/>
                <a:gd name="connsiteX3" fmla="*/ 4457647 w 4457647"/>
                <a:gd name="connsiteY3" fmla="*/ 1148970 h 3827827"/>
                <a:gd name="connsiteX4" fmla="*/ 1760496 w 4457647"/>
                <a:gd name="connsiteY4" fmla="*/ 3827827 h 3827827"/>
                <a:gd name="connsiteX5" fmla="*/ 44857 w 4457647"/>
                <a:gd name="connsiteY5" fmla="*/ 3216117 h 3827827"/>
                <a:gd name="connsiteX6" fmla="*/ 0 w 4457647"/>
                <a:gd name="connsiteY6" fmla="*/ 3175626 h 3827827"/>
                <a:gd name="connsiteX7" fmla="*/ 0 w 4457647"/>
                <a:gd name="connsiteY7" fmla="*/ 2859397 h 3827827"/>
                <a:gd name="connsiteX8" fmla="*/ 60826 w 4457647"/>
                <a:gd name="connsiteY8" fmla="*/ 2920142 h 3827827"/>
                <a:gd name="connsiteX9" fmla="*/ 668665 w 4457647"/>
                <a:gd name="connsiteY9" fmla="*/ 3318613 h 3827827"/>
                <a:gd name="connsiteX10" fmla="*/ 1122989 w 4457647"/>
                <a:gd name="connsiteY10" fmla="*/ 3478142 h 3827827"/>
                <a:gd name="connsiteX11" fmla="*/ 1181503 w 4457647"/>
                <a:gd name="connsiteY11" fmla="*/ 3491652 h 3827827"/>
                <a:gd name="connsiteX12" fmla="*/ 1240017 w 4457647"/>
                <a:gd name="connsiteY12" fmla="*/ 3504606 h 3827827"/>
                <a:gd name="connsiteX13" fmla="*/ 1298904 w 4457647"/>
                <a:gd name="connsiteY13" fmla="*/ 3515525 h 3827827"/>
                <a:gd name="connsiteX14" fmla="*/ 1328347 w 4457647"/>
                <a:gd name="connsiteY14" fmla="*/ 3520986 h 3827827"/>
                <a:gd name="connsiteX15" fmla="*/ 1357885 w 4457647"/>
                <a:gd name="connsiteY15" fmla="*/ 3525889 h 3827827"/>
                <a:gd name="connsiteX16" fmla="*/ 1476217 w 4457647"/>
                <a:gd name="connsiteY16" fmla="*/ 3542361 h 3827827"/>
                <a:gd name="connsiteX17" fmla="*/ 1595016 w 4457647"/>
                <a:gd name="connsiteY17" fmla="*/ 3553556 h 3827827"/>
                <a:gd name="connsiteX18" fmla="*/ 1714094 w 4457647"/>
                <a:gd name="connsiteY18" fmla="*/ 3559387 h 3827827"/>
                <a:gd name="connsiteX19" fmla="*/ 1833172 w 4457647"/>
                <a:gd name="connsiteY19" fmla="*/ 3560589 h 3827827"/>
                <a:gd name="connsiteX20" fmla="*/ 2073006 w 4457647"/>
                <a:gd name="connsiteY20" fmla="*/ 3550318 h 3827827"/>
                <a:gd name="connsiteX21" fmla="*/ 2542145 w 4457647"/>
                <a:gd name="connsiteY21" fmla="*/ 3478419 h 3827827"/>
                <a:gd name="connsiteX22" fmla="*/ 2986313 w 4457647"/>
                <a:gd name="connsiteY22" fmla="*/ 3322592 h 3827827"/>
                <a:gd name="connsiteX23" fmla="*/ 3392744 w 4457647"/>
                <a:gd name="connsiteY23" fmla="*/ 3075804 h 3827827"/>
                <a:gd name="connsiteX24" fmla="*/ 3440357 w 4457647"/>
                <a:gd name="connsiteY24" fmla="*/ 3038976 h 3827827"/>
                <a:gd name="connsiteX25" fmla="*/ 3487597 w 4457647"/>
                <a:gd name="connsiteY25" fmla="*/ 3001407 h 3827827"/>
                <a:gd name="connsiteX26" fmla="*/ 3533812 w 4457647"/>
                <a:gd name="connsiteY26" fmla="*/ 2962357 h 3827827"/>
                <a:gd name="connsiteX27" fmla="*/ 3579375 w 4457647"/>
                <a:gd name="connsiteY27" fmla="*/ 2922568 h 3827827"/>
                <a:gd name="connsiteX28" fmla="*/ 3748023 w 4457647"/>
                <a:gd name="connsiteY28" fmla="*/ 2751936 h 3827827"/>
                <a:gd name="connsiteX29" fmla="*/ 3883220 w 4457647"/>
                <a:gd name="connsiteY29" fmla="*/ 2557428 h 3827827"/>
                <a:gd name="connsiteX30" fmla="*/ 3910334 w 4457647"/>
                <a:gd name="connsiteY30" fmla="*/ 2504221 h 3827827"/>
                <a:gd name="connsiteX31" fmla="*/ 3934094 w 4457647"/>
                <a:gd name="connsiteY31" fmla="*/ 2448979 h 3827827"/>
                <a:gd name="connsiteX32" fmla="*/ 3955991 w 4457647"/>
                <a:gd name="connsiteY32" fmla="*/ 2392440 h 3827827"/>
                <a:gd name="connsiteX33" fmla="*/ 3976209 w 4457647"/>
                <a:gd name="connsiteY33" fmla="*/ 2334792 h 3827827"/>
                <a:gd name="connsiteX34" fmla="*/ 4047954 w 4457647"/>
                <a:gd name="connsiteY34" fmla="*/ 2098368 h 3827827"/>
                <a:gd name="connsiteX35" fmla="*/ 4083082 w 4457647"/>
                <a:gd name="connsiteY35" fmla="*/ 1979185 h 3827827"/>
                <a:gd name="connsiteX36" fmla="*/ 4119234 w 4457647"/>
                <a:gd name="connsiteY36" fmla="*/ 1860185 h 3827827"/>
                <a:gd name="connsiteX37" fmla="*/ 4279124 w 4457647"/>
                <a:gd name="connsiteY37" fmla="*/ 1389742 h 3827827"/>
                <a:gd name="connsiteX38" fmla="*/ 4359347 w 4457647"/>
                <a:gd name="connsiteY38" fmla="*/ 909398 h 3827827"/>
                <a:gd name="connsiteX39" fmla="*/ 4331954 w 4457647"/>
                <a:gd name="connsiteY39" fmla="*/ 667330 h 3827827"/>
                <a:gd name="connsiteX40" fmla="*/ 4318723 w 4457647"/>
                <a:gd name="connsiteY40" fmla="*/ 607924 h 3827827"/>
                <a:gd name="connsiteX41" fmla="*/ 4303162 w 4457647"/>
                <a:gd name="connsiteY41" fmla="*/ 549072 h 3827827"/>
                <a:gd name="connsiteX42" fmla="*/ 4285087 w 4457647"/>
                <a:gd name="connsiteY42" fmla="*/ 490961 h 3827827"/>
                <a:gd name="connsiteX43" fmla="*/ 4265053 w 4457647"/>
                <a:gd name="connsiteY43" fmla="*/ 433589 h 3827827"/>
                <a:gd name="connsiteX44" fmla="*/ 4039569 w 4457647"/>
                <a:gd name="connsiteY44" fmla="*/ 4880 h 3827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4457647" h="3827827">
                  <a:moveTo>
                    <a:pt x="4035886" y="0"/>
                  </a:moveTo>
                  <a:lnTo>
                    <a:pt x="4194172" y="0"/>
                  </a:lnTo>
                  <a:lnTo>
                    <a:pt x="4245692" y="106223"/>
                  </a:lnTo>
                  <a:cubicBezTo>
                    <a:pt x="4382175" y="426719"/>
                    <a:pt x="4457647" y="779088"/>
                    <a:pt x="4457647" y="1148970"/>
                  </a:cubicBezTo>
                  <a:cubicBezTo>
                    <a:pt x="4457647" y="2628495"/>
                    <a:pt x="3250092" y="3827827"/>
                    <a:pt x="1760496" y="3827827"/>
                  </a:cubicBezTo>
                  <a:cubicBezTo>
                    <a:pt x="1108797" y="3827827"/>
                    <a:pt x="511083" y="3598267"/>
                    <a:pt x="44857" y="3216117"/>
                  </a:cubicBezTo>
                  <a:lnTo>
                    <a:pt x="0" y="3175626"/>
                  </a:lnTo>
                  <a:lnTo>
                    <a:pt x="0" y="2859397"/>
                  </a:lnTo>
                  <a:lnTo>
                    <a:pt x="60826" y="2920142"/>
                  </a:lnTo>
                  <a:cubicBezTo>
                    <a:pt x="242264" y="3083259"/>
                    <a:pt x="448677" y="3217775"/>
                    <a:pt x="668665" y="3318613"/>
                  </a:cubicBezTo>
                  <a:cubicBezTo>
                    <a:pt x="815323" y="3385977"/>
                    <a:pt x="967666" y="3439462"/>
                    <a:pt x="1122989" y="3478142"/>
                  </a:cubicBezTo>
                  <a:lnTo>
                    <a:pt x="1181503" y="3491652"/>
                  </a:lnTo>
                  <a:cubicBezTo>
                    <a:pt x="1201070" y="3496002"/>
                    <a:pt x="1220264" y="3501460"/>
                    <a:pt x="1240017" y="3504606"/>
                  </a:cubicBezTo>
                  <a:lnTo>
                    <a:pt x="1298904" y="3515525"/>
                  </a:lnTo>
                  <a:lnTo>
                    <a:pt x="1328347" y="3520986"/>
                  </a:lnTo>
                  <a:cubicBezTo>
                    <a:pt x="1338131" y="3522835"/>
                    <a:pt x="1347915" y="3524778"/>
                    <a:pt x="1357885" y="3525889"/>
                  </a:cubicBezTo>
                  <a:cubicBezTo>
                    <a:pt x="1397391" y="3531348"/>
                    <a:pt x="1436710" y="3537271"/>
                    <a:pt x="1476217" y="3542361"/>
                  </a:cubicBezTo>
                  <a:cubicBezTo>
                    <a:pt x="1515910" y="3545784"/>
                    <a:pt x="1555509" y="3549578"/>
                    <a:pt x="1595016" y="3553556"/>
                  </a:cubicBezTo>
                  <a:lnTo>
                    <a:pt x="1714094" y="3559387"/>
                  </a:lnTo>
                  <a:cubicBezTo>
                    <a:pt x="1753787" y="3560497"/>
                    <a:pt x="1793480" y="3560127"/>
                    <a:pt x="1833172" y="3560589"/>
                  </a:cubicBezTo>
                  <a:cubicBezTo>
                    <a:pt x="1913023" y="3559295"/>
                    <a:pt x="1993620" y="3556426"/>
                    <a:pt x="2073006" y="3550318"/>
                  </a:cubicBezTo>
                  <a:cubicBezTo>
                    <a:pt x="2232150" y="3538474"/>
                    <a:pt x="2389244" y="3515618"/>
                    <a:pt x="2542145" y="3478419"/>
                  </a:cubicBezTo>
                  <a:cubicBezTo>
                    <a:pt x="2695045" y="3441313"/>
                    <a:pt x="2843753" y="3389586"/>
                    <a:pt x="2986313" y="3322592"/>
                  </a:cubicBezTo>
                  <a:cubicBezTo>
                    <a:pt x="3128871" y="3255413"/>
                    <a:pt x="3264442" y="3171854"/>
                    <a:pt x="3392744" y="3075804"/>
                  </a:cubicBezTo>
                  <a:lnTo>
                    <a:pt x="3440357" y="3038976"/>
                  </a:lnTo>
                  <a:cubicBezTo>
                    <a:pt x="3456290" y="3026669"/>
                    <a:pt x="3472502" y="3014732"/>
                    <a:pt x="3487597" y="3001407"/>
                  </a:cubicBezTo>
                  <a:lnTo>
                    <a:pt x="3533812" y="2962357"/>
                  </a:lnTo>
                  <a:cubicBezTo>
                    <a:pt x="3549186" y="2949218"/>
                    <a:pt x="3564933" y="2936448"/>
                    <a:pt x="3579375" y="2922568"/>
                  </a:cubicBezTo>
                  <a:cubicBezTo>
                    <a:pt x="3638821" y="2868250"/>
                    <a:pt x="3697149" y="2812639"/>
                    <a:pt x="3748023" y="2751936"/>
                  </a:cubicBezTo>
                  <a:cubicBezTo>
                    <a:pt x="3800946" y="2692344"/>
                    <a:pt x="3844739" y="2626922"/>
                    <a:pt x="3883220" y="2557428"/>
                  </a:cubicBezTo>
                  <a:cubicBezTo>
                    <a:pt x="3892352" y="2539755"/>
                    <a:pt x="3901482" y="2522082"/>
                    <a:pt x="3910334" y="2504221"/>
                  </a:cubicBezTo>
                  <a:lnTo>
                    <a:pt x="3934094" y="2448979"/>
                  </a:lnTo>
                  <a:cubicBezTo>
                    <a:pt x="3942481" y="2430750"/>
                    <a:pt x="3948723" y="2411318"/>
                    <a:pt x="3955991" y="2392440"/>
                  </a:cubicBezTo>
                  <a:cubicBezTo>
                    <a:pt x="3963072" y="2373379"/>
                    <a:pt x="3970153" y="2354409"/>
                    <a:pt x="3976209" y="2334792"/>
                  </a:cubicBezTo>
                  <a:cubicBezTo>
                    <a:pt x="4002112" y="2257341"/>
                    <a:pt x="4024941" y="2177762"/>
                    <a:pt x="4047954" y="2098368"/>
                  </a:cubicBezTo>
                  <a:lnTo>
                    <a:pt x="4083082" y="1979185"/>
                  </a:lnTo>
                  <a:lnTo>
                    <a:pt x="4119234" y="1860185"/>
                  </a:lnTo>
                  <a:cubicBezTo>
                    <a:pt x="4168244" y="1701859"/>
                    <a:pt x="4222752" y="1545478"/>
                    <a:pt x="4279124" y="1389742"/>
                  </a:cubicBezTo>
                  <a:cubicBezTo>
                    <a:pt x="4335588" y="1236044"/>
                    <a:pt x="4363260" y="1072259"/>
                    <a:pt x="4359347" y="909398"/>
                  </a:cubicBezTo>
                  <a:cubicBezTo>
                    <a:pt x="4357671" y="827968"/>
                    <a:pt x="4348166" y="746909"/>
                    <a:pt x="4331954" y="667330"/>
                  </a:cubicBezTo>
                  <a:cubicBezTo>
                    <a:pt x="4327947" y="647436"/>
                    <a:pt x="4323940" y="627541"/>
                    <a:pt x="4318723" y="607924"/>
                  </a:cubicBezTo>
                  <a:cubicBezTo>
                    <a:pt x="4313877" y="588214"/>
                    <a:pt x="4309312" y="568412"/>
                    <a:pt x="4303162" y="549072"/>
                  </a:cubicBezTo>
                  <a:cubicBezTo>
                    <a:pt x="4297386" y="529547"/>
                    <a:pt x="4291795" y="510115"/>
                    <a:pt x="4285087" y="490961"/>
                  </a:cubicBezTo>
                  <a:cubicBezTo>
                    <a:pt x="4278657" y="471714"/>
                    <a:pt x="4272415" y="452466"/>
                    <a:pt x="4265053" y="433589"/>
                  </a:cubicBezTo>
                  <a:cubicBezTo>
                    <a:pt x="4208682" y="281464"/>
                    <a:pt x="4130694" y="138314"/>
                    <a:pt x="4039569" y="488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图片 6" descr="图片包含 室内, 房间, 安装, 大&#10;&#10;描述已自动生成">
            <a:extLst>
              <a:ext uri="{FF2B5EF4-FFF2-40B4-BE49-F238E27FC236}">
                <a16:creationId xmlns:a16="http://schemas.microsoft.com/office/drawing/2014/main" id="{99CE058C-6E81-26EC-E821-004464856161}"/>
              </a:ext>
            </a:extLst>
          </p:cNvPr>
          <p:cNvPicPr>
            <a:picLocks noChangeAspect="1"/>
          </p:cNvPicPr>
          <p:nvPr/>
        </p:nvPicPr>
        <p:blipFill>
          <a:blip r:embed="rId5">
            <a:alphaModFix/>
            <a:extLst>
              <a:ext uri="{28A0092B-C50C-407E-A947-70E740481C1C}">
                <a14:useLocalDpi xmlns:a14="http://schemas.microsoft.com/office/drawing/2010/main" val="0"/>
              </a:ext>
            </a:extLst>
          </a:blip>
          <a:srcRect t="1054" r="-5" b="12109"/>
          <a:stretch/>
        </p:blipFill>
        <p:spPr>
          <a:xfrm>
            <a:off x="-8884" y="3902285"/>
            <a:ext cx="3440586" cy="2950205"/>
          </a:xfrm>
          <a:custGeom>
            <a:avLst/>
            <a:gdLst/>
            <a:ahLst/>
            <a:cxnLst/>
            <a:rect l="l" t="t" r="r" b="b"/>
            <a:pathLst>
              <a:path w="3440586" h="2950205">
                <a:moveTo>
                  <a:pt x="1539166" y="0"/>
                </a:moveTo>
                <a:cubicBezTo>
                  <a:pt x="2589292" y="0"/>
                  <a:pt x="3440586" y="851294"/>
                  <a:pt x="3440586" y="1901419"/>
                </a:cubicBezTo>
                <a:cubicBezTo>
                  <a:pt x="3440586" y="2229583"/>
                  <a:pt x="3357452" y="2538330"/>
                  <a:pt x="3211095" y="2807749"/>
                </a:cubicBezTo>
                <a:lnTo>
                  <a:pt x="3124550" y="2950205"/>
                </a:lnTo>
                <a:lnTo>
                  <a:pt x="0" y="2950205"/>
                </a:lnTo>
                <a:lnTo>
                  <a:pt x="0" y="788141"/>
                </a:lnTo>
                <a:lnTo>
                  <a:pt x="71938" y="691940"/>
                </a:lnTo>
                <a:cubicBezTo>
                  <a:pt x="420687" y="269355"/>
                  <a:pt x="948471" y="0"/>
                  <a:pt x="1539166" y="0"/>
                </a:cubicBezTo>
                <a:close/>
              </a:path>
            </a:pathLst>
          </a:custGeom>
          <a:effectLst>
            <a:softEdge rad="0"/>
          </a:effectLst>
        </p:spPr>
      </p:pic>
      <p:grpSp>
        <p:nvGrpSpPr>
          <p:cNvPr id="31" name="Group 30">
            <a:extLst>
              <a:ext uri="{FF2B5EF4-FFF2-40B4-BE49-F238E27FC236}">
                <a16:creationId xmlns:a16="http://schemas.microsoft.com/office/drawing/2014/main" id="{17257C98-0E33-485C-9C22-40866738EE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884" y="3881713"/>
            <a:ext cx="3462418" cy="2976353"/>
            <a:chOff x="-4021" y="3881713"/>
            <a:chExt cx="3462418" cy="2976353"/>
          </a:xfrm>
        </p:grpSpPr>
        <p:sp>
          <p:nvSpPr>
            <p:cNvPr id="32" name="Freeform: Shape 31">
              <a:extLst>
                <a:ext uri="{FF2B5EF4-FFF2-40B4-BE49-F238E27FC236}">
                  <a16:creationId xmlns:a16="http://schemas.microsoft.com/office/drawing/2014/main" id="{FCD0BE98-443D-44A6-9877-B0F14B6954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021" y="3908755"/>
              <a:ext cx="3405727" cy="2949311"/>
            </a:xfrm>
            <a:custGeom>
              <a:avLst/>
              <a:gdLst>
                <a:gd name="connsiteX0" fmla="*/ 0 w 3405727"/>
                <a:gd name="connsiteY0" fmla="*/ 2398516 h 2990629"/>
                <a:gd name="connsiteX1" fmla="*/ 34685 w 3405727"/>
                <a:gd name="connsiteY1" fmla="*/ 2518944 h 2990629"/>
                <a:gd name="connsiteX2" fmla="*/ 168103 w 3405727"/>
                <a:gd name="connsiteY2" fmla="*/ 2813843 h 2990629"/>
                <a:gd name="connsiteX3" fmla="*/ 255611 w 3405727"/>
                <a:gd name="connsiteY3" fmla="*/ 2950711 h 2990629"/>
                <a:gd name="connsiteX4" fmla="*/ 285306 w 3405727"/>
                <a:gd name="connsiteY4" fmla="*/ 2990629 h 2990629"/>
                <a:gd name="connsiteX5" fmla="*/ 29051 w 3405727"/>
                <a:gd name="connsiteY5" fmla="*/ 2990629 h 2990629"/>
                <a:gd name="connsiteX6" fmla="*/ 0 w 3405727"/>
                <a:gd name="connsiteY6" fmla="*/ 2950561 h 2990629"/>
                <a:gd name="connsiteX7" fmla="*/ 1529815 w 3405727"/>
                <a:gd name="connsiteY7" fmla="*/ 58 h 2990629"/>
                <a:gd name="connsiteX8" fmla="*/ 1710005 w 3405727"/>
                <a:gd name="connsiteY8" fmla="*/ 11336 h 2990629"/>
                <a:gd name="connsiteX9" fmla="*/ 1886680 w 3405727"/>
                <a:gd name="connsiteY9" fmla="*/ 45172 h 2990629"/>
                <a:gd name="connsiteX10" fmla="*/ 2223376 w 3405727"/>
                <a:gd name="connsiteY10" fmla="*/ 168173 h 2990629"/>
                <a:gd name="connsiteX11" fmla="*/ 2381739 w 3405727"/>
                <a:gd name="connsiteY11" fmla="*/ 252696 h 2990629"/>
                <a:gd name="connsiteX12" fmla="*/ 2532871 w 3405727"/>
                <a:gd name="connsiteY12" fmla="*/ 350089 h 2990629"/>
                <a:gd name="connsiteX13" fmla="*/ 2810322 w 3405727"/>
                <a:gd name="connsiteY13" fmla="*/ 580834 h 2990629"/>
                <a:gd name="connsiteX14" fmla="*/ 3049360 w 3405727"/>
                <a:gd name="connsiteY14" fmla="*/ 855234 h 2990629"/>
                <a:gd name="connsiteX15" fmla="*/ 3240763 w 3405727"/>
                <a:gd name="connsiteY15" fmla="*/ 1169638 h 2990629"/>
                <a:gd name="connsiteX16" fmla="*/ 3314803 w 3405727"/>
                <a:gd name="connsiteY16" fmla="*/ 1340474 h 2990629"/>
                <a:gd name="connsiteX17" fmla="*/ 3330791 w 3405727"/>
                <a:gd name="connsiteY17" fmla="*/ 1384460 h 2990629"/>
                <a:gd name="connsiteX18" fmla="*/ 3345453 w 3405727"/>
                <a:gd name="connsiteY18" fmla="*/ 1428977 h 2990629"/>
                <a:gd name="connsiteX19" fmla="*/ 3358457 w 3405727"/>
                <a:gd name="connsiteY19" fmla="*/ 1474091 h 2990629"/>
                <a:gd name="connsiteX20" fmla="*/ 3369868 w 3405727"/>
                <a:gd name="connsiteY20" fmla="*/ 1519736 h 2990629"/>
                <a:gd name="connsiteX21" fmla="*/ 3405163 w 3405727"/>
                <a:gd name="connsiteY21" fmla="*/ 1894713 h 2990629"/>
                <a:gd name="connsiteX22" fmla="*/ 3385459 w 3405727"/>
                <a:gd name="connsiteY22" fmla="*/ 2082134 h 2990629"/>
                <a:gd name="connsiteX23" fmla="*/ 3339549 w 3405727"/>
                <a:gd name="connsiteY23" fmla="*/ 2263586 h 2990629"/>
                <a:gd name="connsiteX24" fmla="*/ 3278379 w 3405727"/>
                <a:gd name="connsiteY24" fmla="*/ 2438999 h 2990629"/>
                <a:gd name="connsiteX25" fmla="*/ 3239900 w 3405727"/>
                <a:gd name="connsiteY25" fmla="*/ 2526175 h 2990629"/>
                <a:gd name="connsiteX26" fmla="*/ 3190407 w 3405727"/>
                <a:gd name="connsiteY26" fmla="*/ 2611095 h 2990629"/>
                <a:gd name="connsiteX27" fmla="*/ 3127049 w 3405727"/>
                <a:gd name="connsiteY27" fmla="*/ 2689448 h 2990629"/>
                <a:gd name="connsiteX28" fmla="*/ 3090560 w 3405727"/>
                <a:gd name="connsiteY28" fmla="*/ 2724279 h 2990629"/>
                <a:gd name="connsiteX29" fmla="*/ 3052080 w 3405727"/>
                <a:gd name="connsiteY29" fmla="*/ 2755460 h 2990629"/>
                <a:gd name="connsiteX30" fmla="*/ 2898626 w 3405727"/>
                <a:gd name="connsiteY30" fmla="*/ 2853649 h 2990629"/>
                <a:gd name="connsiteX31" fmla="*/ 2763748 w 3405727"/>
                <a:gd name="connsiteY31" fmla="*/ 2943015 h 2990629"/>
                <a:gd name="connsiteX32" fmla="*/ 2705681 w 3405727"/>
                <a:gd name="connsiteY32" fmla="*/ 2990629 h 2990629"/>
                <a:gd name="connsiteX33" fmla="*/ 2419819 w 3405727"/>
                <a:gd name="connsiteY33" fmla="*/ 2990629 h 2990629"/>
                <a:gd name="connsiteX34" fmla="*/ 2444103 w 3405727"/>
                <a:gd name="connsiteY34" fmla="*/ 2964245 h 2990629"/>
                <a:gd name="connsiteX35" fmla="*/ 2475218 w 3405727"/>
                <a:gd name="connsiteY35" fmla="*/ 2932334 h 2990629"/>
                <a:gd name="connsiteX36" fmla="*/ 2508589 w 3405727"/>
                <a:gd name="connsiteY36" fmla="*/ 2899958 h 2990629"/>
                <a:gd name="connsiteX37" fmla="*/ 2656404 w 3405727"/>
                <a:gd name="connsiteY37" fmla="*/ 2784386 h 2990629"/>
                <a:gd name="connsiteX38" fmla="*/ 2815497 w 3405727"/>
                <a:gd name="connsiteY38" fmla="*/ 2696347 h 2990629"/>
                <a:gd name="connsiteX39" fmla="*/ 2890664 w 3405727"/>
                <a:gd name="connsiteY39" fmla="*/ 2658731 h 2990629"/>
                <a:gd name="connsiteX40" fmla="*/ 2957473 w 3405727"/>
                <a:gd name="connsiteY40" fmla="*/ 2619787 h 2990629"/>
                <a:gd name="connsiteX41" fmla="*/ 3059178 w 3405727"/>
                <a:gd name="connsiteY41" fmla="*/ 2519408 h 2990629"/>
                <a:gd name="connsiteX42" fmla="*/ 3123599 w 3405727"/>
                <a:gd name="connsiteY42" fmla="*/ 2381810 h 2990629"/>
                <a:gd name="connsiteX43" fmla="*/ 3155312 w 3405727"/>
                <a:gd name="connsiteY43" fmla="*/ 2223447 h 2990629"/>
                <a:gd name="connsiteX44" fmla="*/ 3160884 w 3405727"/>
                <a:gd name="connsiteY44" fmla="*/ 2061966 h 2990629"/>
                <a:gd name="connsiteX45" fmla="*/ 3150535 w 3405727"/>
                <a:gd name="connsiteY45" fmla="*/ 1902607 h 2990629"/>
                <a:gd name="connsiteX46" fmla="*/ 3126783 w 3405727"/>
                <a:gd name="connsiteY46" fmla="*/ 1745770 h 2990629"/>
                <a:gd name="connsiteX47" fmla="*/ 3089631 w 3405727"/>
                <a:gd name="connsiteY47" fmla="*/ 1591719 h 2990629"/>
                <a:gd name="connsiteX48" fmla="*/ 2988522 w 3405727"/>
                <a:gd name="connsiteY48" fmla="*/ 1289124 h 2990629"/>
                <a:gd name="connsiteX49" fmla="*/ 2839580 w 3405727"/>
                <a:gd name="connsiteY49" fmla="*/ 1002185 h 2990629"/>
                <a:gd name="connsiteX50" fmla="*/ 2748755 w 3405727"/>
                <a:gd name="connsiteY50" fmla="*/ 866843 h 2990629"/>
                <a:gd name="connsiteX51" fmla="*/ 2647447 w 3405727"/>
                <a:gd name="connsiteY51" fmla="*/ 738401 h 2990629"/>
                <a:gd name="connsiteX52" fmla="*/ 2416172 w 3405727"/>
                <a:gd name="connsiteY52" fmla="*/ 505931 h 2990629"/>
                <a:gd name="connsiteX53" fmla="*/ 2148407 w 3405727"/>
                <a:gd name="connsiteY53" fmla="*/ 316586 h 2990629"/>
                <a:gd name="connsiteX54" fmla="*/ 2112581 w 3405727"/>
                <a:gd name="connsiteY54" fmla="*/ 296683 h 2990629"/>
                <a:gd name="connsiteX55" fmla="*/ 2076292 w 3405727"/>
                <a:gd name="connsiteY55" fmla="*/ 277708 h 2990629"/>
                <a:gd name="connsiteX56" fmla="*/ 2039404 w 3405727"/>
                <a:gd name="connsiteY56" fmla="*/ 259928 h 2990629"/>
                <a:gd name="connsiteX57" fmla="*/ 2002118 w 3405727"/>
                <a:gd name="connsiteY57" fmla="*/ 243143 h 2990629"/>
                <a:gd name="connsiteX58" fmla="*/ 1848996 w 3405727"/>
                <a:gd name="connsiteY58" fmla="*/ 186949 h 2990629"/>
                <a:gd name="connsiteX59" fmla="*/ 1690766 w 3405727"/>
                <a:gd name="connsiteY59" fmla="*/ 150592 h 2990629"/>
                <a:gd name="connsiteX60" fmla="*/ 1529815 w 3405727"/>
                <a:gd name="connsiteY60" fmla="*/ 136793 h 2990629"/>
                <a:gd name="connsiteX61" fmla="*/ 1206321 w 3405727"/>
                <a:gd name="connsiteY61" fmla="*/ 179452 h 2990629"/>
                <a:gd name="connsiteX62" fmla="*/ 906711 w 3405727"/>
                <a:gd name="connsiteY62" fmla="*/ 305307 h 2990629"/>
                <a:gd name="connsiteX63" fmla="*/ 641667 w 3405727"/>
                <a:gd name="connsiteY63" fmla="*/ 489080 h 2990629"/>
                <a:gd name="connsiteX64" fmla="*/ 520987 w 3405727"/>
                <a:gd name="connsiteY64" fmla="*/ 595165 h 2990629"/>
                <a:gd name="connsiteX65" fmla="*/ 406742 w 3405727"/>
                <a:gd name="connsiteY65" fmla="*/ 708281 h 2990629"/>
                <a:gd name="connsiteX66" fmla="*/ 68587 w 3405727"/>
                <a:gd name="connsiteY66" fmla="*/ 1254625 h 2990629"/>
                <a:gd name="connsiteX67" fmla="*/ 16050 w 3405727"/>
                <a:gd name="connsiteY67" fmla="*/ 1407357 h 2990629"/>
                <a:gd name="connsiteX68" fmla="*/ 0 w 3405727"/>
                <a:gd name="connsiteY68" fmla="*/ 1472957 h 2990629"/>
                <a:gd name="connsiteX69" fmla="*/ 0 w 3405727"/>
                <a:gd name="connsiteY69" fmla="*/ 834497 h 2990629"/>
                <a:gd name="connsiteX70" fmla="*/ 2773 w 3405727"/>
                <a:gd name="connsiteY70" fmla="*/ 829707 h 2990629"/>
                <a:gd name="connsiteX71" fmla="*/ 227746 w 3405727"/>
                <a:gd name="connsiteY71" fmla="*/ 539303 h 2990629"/>
                <a:gd name="connsiteX72" fmla="*/ 357979 w 3405727"/>
                <a:gd name="connsiteY72" fmla="*/ 409733 h 2990629"/>
                <a:gd name="connsiteX73" fmla="*/ 503273 w 3405727"/>
                <a:gd name="connsiteY73" fmla="*/ 297611 h 2990629"/>
                <a:gd name="connsiteX74" fmla="*/ 826767 w 3405727"/>
                <a:gd name="connsiteY74" fmla="*/ 129296 h 2990629"/>
                <a:gd name="connsiteX75" fmla="*/ 1174277 w 3405727"/>
                <a:gd name="connsiteY75" fmla="*/ 33296 h 2990629"/>
                <a:gd name="connsiteX76" fmla="*/ 1529815 w 3405727"/>
                <a:gd name="connsiteY76" fmla="*/ 58 h 299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3405727" h="2990629">
                  <a:moveTo>
                    <a:pt x="0" y="2398516"/>
                  </a:moveTo>
                  <a:lnTo>
                    <a:pt x="34685" y="2518944"/>
                  </a:lnTo>
                  <a:cubicBezTo>
                    <a:pt x="69582" y="2620981"/>
                    <a:pt x="114165" y="2719966"/>
                    <a:pt x="168103" y="2813843"/>
                  </a:cubicBezTo>
                  <a:cubicBezTo>
                    <a:pt x="195171" y="2860682"/>
                    <a:pt x="224297" y="2906459"/>
                    <a:pt x="255611" y="2950711"/>
                  </a:cubicBezTo>
                  <a:lnTo>
                    <a:pt x="285306" y="2990629"/>
                  </a:lnTo>
                  <a:lnTo>
                    <a:pt x="29051" y="2990629"/>
                  </a:lnTo>
                  <a:lnTo>
                    <a:pt x="0" y="2950561"/>
                  </a:lnTo>
                  <a:close/>
                  <a:moveTo>
                    <a:pt x="1529815" y="58"/>
                  </a:moveTo>
                  <a:cubicBezTo>
                    <a:pt x="1590188" y="-539"/>
                    <a:pt x="1650429" y="3508"/>
                    <a:pt x="1710005" y="11336"/>
                  </a:cubicBezTo>
                  <a:cubicBezTo>
                    <a:pt x="1769649" y="18833"/>
                    <a:pt x="1828562" y="30576"/>
                    <a:pt x="1886680" y="45172"/>
                  </a:cubicBezTo>
                  <a:cubicBezTo>
                    <a:pt x="2002915" y="74563"/>
                    <a:pt x="2115500" y="116492"/>
                    <a:pt x="2223376" y="168173"/>
                  </a:cubicBezTo>
                  <a:cubicBezTo>
                    <a:pt x="2277248" y="194181"/>
                    <a:pt x="2330190" y="222178"/>
                    <a:pt x="2381739" y="252696"/>
                  </a:cubicBezTo>
                  <a:cubicBezTo>
                    <a:pt x="2433421" y="282949"/>
                    <a:pt x="2483909" y="315391"/>
                    <a:pt x="2532871" y="350089"/>
                  </a:cubicBezTo>
                  <a:cubicBezTo>
                    <a:pt x="2630795" y="419486"/>
                    <a:pt x="2723942" y="496312"/>
                    <a:pt x="2810322" y="580834"/>
                  </a:cubicBezTo>
                  <a:cubicBezTo>
                    <a:pt x="2896702" y="665356"/>
                    <a:pt x="2977111" y="756845"/>
                    <a:pt x="3049360" y="855234"/>
                  </a:cubicBezTo>
                  <a:cubicBezTo>
                    <a:pt x="3121873" y="953489"/>
                    <a:pt x="3185896" y="1058777"/>
                    <a:pt x="3240763" y="1169638"/>
                  </a:cubicBezTo>
                  <a:cubicBezTo>
                    <a:pt x="3267963" y="1225168"/>
                    <a:pt x="3292577" y="1282224"/>
                    <a:pt x="3314803" y="1340474"/>
                  </a:cubicBezTo>
                  <a:cubicBezTo>
                    <a:pt x="3320243" y="1355069"/>
                    <a:pt x="3325882" y="1369599"/>
                    <a:pt x="3330791" y="1384460"/>
                  </a:cubicBezTo>
                  <a:lnTo>
                    <a:pt x="3345453" y="1428977"/>
                  </a:lnTo>
                  <a:lnTo>
                    <a:pt x="3358457" y="1474091"/>
                  </a:lnTo>
                  <a:cubicBezTo>
                    <a:pt x="3362703" y="1489151"/>
                    <a:pt x="3366153" y="1504476"/>
                    <a:pt x="3369868" y="1519736"/>
                  </a:cubicBezTo>
                  <a:cubicBezTo>
                    <a:pt x="3398263" y="1642074"/>
                    <a:pt x="3408347" y="1768924"/>
                    <a:pt x="3405163" y="1894713"/>
                  </a:cubicBezTo>
                  <a:cubicBezTo>
                    <a:pt x="3403505" y="1957607"/>
                    <a:pt x="3396936" y="2020434"/>
                    <a:pt x="3385459" y="2082134"/>
                  </a:cubicBezTo>
                  <a:cubicBezTo>
                    <a:pt x="3373915" y="2143834"/>
                    <a:pt x="3357926" y="2204407"/>
                    <a:pt x="3339549" y="2263586"/>
                  </a:cubicBezTo>
                  <a:cubicBezTo>
                    <a:pt x="3321238" y="2322897"/>
                    <a:pt x="3301600" y="2380683"/>
                    <a:pt x="3278379" y="2438999"/>
                  </a:cubicBezTo>
                  <a:cubicBezTo>
                    <a:pt x="3266770" y="2468124"/>
                    <a:pt x="3254164" y="2497315"/>
                    <a:pt x="3239900" y="2526175"/>
                  </a:cubicBezTo>
                  <a:cubicBezTo>
                    <a:pt x="3225371" y="2554969"/>
                    <a:pt x="3209315" y="2583629"/>
                    <a:pt x="3190407" y="2611095"/>
                  </a:cubicBezTo>
                  <a:cubicBezTo>
                    <a:pt x="3171765" y="2638695"/>
                    <a:pt x="3150468" y="2665166"/>
                    <a:pt x="3127049" y="2689448"/>
                  </a:cubicBezTo>
                  <a:cubicBezTo>
                    <a:pt x="3115306" y="2701523"/>
                    <a:pt x="3103099" y="2713199"/>
                    <a:pt x="3090560" y="2724279"/>
                  </a:cubicBezTo>
                  <a:cubicBezTo>
                    <a:pt x="3078020" y="2735292"/>
                    <a:pt x="3065083" y="2745575"/>
                    <a:pt x="3052080" y="2755460"/>
                  </a:cubicBezTo>
                  <a:cubicBezTo>
                    <a:pt x="2999801" y="2794869"/>
                    <a:pt x="2946858" y="2824392"/>
                    <a:pt x="2898626" y="2853649"/>
                  </a:cubicBezTo>
                  <a:cubicBezTo>
                    <a:pt x="2850129" y="2882575"/>
                    <a:pt x="2805413" y="2911302"/>
                    <a:pt x="2763748" y="2943015"/>
                  </a:cubicBezTo>
                  <a:lnTo>
                    <a:pt x="2705681" y="2990629"/>
                  </a:lnTo>
                  <a:lnTo>
                    <a:pt x="2419819" y="2990629"/>
                  </a:lnTo>
                  <a:lnTo>
                    <a:pt x="2444103" y="2964245"/>
                  </a:lnTo>
                  <a:lnTo>
                    <a:pt x="2475218" y="2932334"/>
                  </a:lnTo>
                  <a:cubicBezTo>
                    <a:pt x="2485700" y="2921719"/>
                    <a:pt x="2497244" y="2910573"/>
                    <a:pt x="2508589" y="2899958"/>
                  </a:cubicBezTo>
                  <a:cubicBezTo>
                    <a:pt x="2554101" y="2857099"/>
                    <a:pt x="2604125" y="2818354"/>
                    <a:pt x="2656404" y="2784386"/>
                  </a:cubicBezTo>
                  <a:cubicBezTo>
                    <a:pt x="2708616" y="2750352"/>
                    <a:pt x="2763417" y="2721957"/>
                    <a:pt x="2815497" y="2696347"/>
                  </a:cubicBezTo>
                  <a:cubicBezTo>
                    <a:pt x="2841504" y="2683609"/>
                    <a:pt x="2866847" y="2671270"/>
                    <a:pt x="2890664" y="2658731"/>
                  </a:cubicBezTo>
                  <a:cubicBezTo>
                    <a:pt x="2914549" y="2646258"/>
                    <a:pt x="2937039" y="2633652"/>
                    <a:pt x="2957473" y="2619787"/>
                  </a:cubicBezTo>
                  <a:cubicBezTo>
                    <a:pt x="2998606" y="2592320"/>
                    <a:pt x="3031911" y="2559679"/>
                    <a:pt x="3059178" y="2519408"/>
                  </a:cubicBezTo>
                  <a:cubicBezTo>
                    <a:pt x="3086247" y="2479137"/>
                    <a:pt x="3107610" y="2432166"/>
                    <a:pt x="3123599" y="2381810"/>
                  </a:cubicBezTo>
                  <a:cubicBezTo>
                    <a:pt x="3139455" y="2331455"/>
                    <a:pt x="3149606" y="2277186"/>
                    <a:pt x="3155312" y="2223447"/>
                  </a:cubicBezTo>
                  <a:cubicBezTo>
                    <a:pt x="3160818" y="2169509"/>
                    <a:pt x="3162012" y="2115505"/>
                    <a:pt x="3160884" y="2061966"/>
                  </a:cubicBezTo>
                  <a:cubicBezTo>
                    <a:pt x="3159225" y="2008360"/>
                    <a:pt x="3155643" y="1955351"/>
                    <a:pt x="3150535" y="1902607"/>
                  </a:cubicBezTo>
                  <a:cubicBezTo>
                    <a:pt x="3145426" y="1849864"/>
                    <a:pt x="3137664" y="1797518"/>
                    <a:pt x="3126783" y="1745770"/>
                  </a:cubicBezTo>
                  <a:cubicBezTo>
                    <a:pt x="3116035" y="1693955"/>
                    <a:pt x="3103231" y="1642737"/>
                    <a:pt x="3089631" y="1591719"/>
                  </a:cubicBezTo>
                  <a:cubicBezTo>
                    <a:pt x="3062430" y="1489681"/>
                    <a:pt x="3030452" y="1387843"/>
                    <a:pt x="2988522" y="1289124"/>
                  </a:cubicBezTo>
                  <a:cubicBezTo>
                    <a:pt x="2946593" y="1190470"/>
                    <a:pt x="2896702" y="1094338"/>
                    <a:pt x="2839580" y="1002185"/>
                  </a:cubicBezTo>
                  <a:cubicBezTo>
                    <a:pt x="2810853" y="956209"/>
                    <a:pt x="2780666" y="910963"/>
                    <a:pt x="2748755" y="866843"/>
                  </a:cubicBezTo>
                  <a:cubicBezTo>
                    <a:pt x="2716843" y="822725"/>
                    <a:pt x="2682809" y="779999"/>
                    <a:pt x="2647447" y="738401"/>
                  </a:cubicBezTo>
                  <a:cubicBezTo>
                    <a:pt x="2576924" y="655007"/>
                    <a:pt x="2499566" y="576920"/>
                    <a:pt x="2416172" y="505931"/>
                  </a:cubicBezTo>
                  <a:cubicBezTo>
                    <a:pt x="2332977" y="434678"/>
                    <a:pt x="2243346" y="370855"/>
                    <a:pt x="2148407" y="316586"/>
                  </a:cubicBezTo>
                  <a:cubicBezTo>
                    <a:pt x="2136465" y="309951"/>
                    <a:pt x="2124590" y="303118"/>
                    <a:pt x="2112581" y="296683"/>
                  </a:cubicBezTo>
                  <a:lnTo>
                    <a:pt x="2076292" y="277708"/>
                  </a:lnTo>
                  <a:lnTo>
                    <a:pt x="2039404" y="259928"/>
                  </a:lnTo>
                  <a:cubicBezTo>
                    <a:pt x="2027064" y="254089"/>
                    <a:pt x="2014525" y="248782"/>
                    <a:pt x="2002118" y="243143"/>
                  </a:cubicBezTo>
                  <a:cubicBezTo>
                    <a:pt x="1952228" y="221249"/>
                    <a:pt x="1900944" y="202673"/>
                    <a:pt x="1848996" y="186949"/>
                  </a:cubicBezTo>
                  <a:cubicBezTo>
                    <a:pt x="1797049" y="171292"/>
                    <a:pt x="1744107" y="159284"/>
                    <a:pt x="1690766" y="150592"/>
                  </a:cubicBezTo>
                  <a:cubicBezTo>
                    <a:pt x="1637359" y="142034"/>
                    <a:pt x="1583554" y="137457"/>
                    <a:pt x="1529815" y="136793"/>
                  </a:cubicBezTo>
                  <a:cubicBezTo>
                    <a:pt x="1420613" y="135997"/>
                    <a:pt x="1311344" y="150393"/>
                    <a:pt x="1206321" y="179452"/>
                  </a:cubicBezTo>
                  <a:cubicBezTo>
                    <a:pt x="1101166" y="208246"/>
                    <a:pt x="1000854" y="252298"/>
                    <a:pt x="906711" y="305307"/>
                  </a:cubicBezTo>
                  <a:cubicBezTo>
                    <a:pt x="812503" y="358449"/>
                    <a:pt x="724332" y="420879"/>
                    <a:pt x="641667" y="489080"/>
                  </a:cubicBezTo>
                  <a:cubicBezTo>
                    <a:pt x="600202" y="523115"/>
                    <a:pt x="560727" y="559338"/>
                    <a:pt x="520987" y="595165"/>
                  </a:cubicBezTo>
                  <a:cubicBezTo>
                    <a:pt x="481247" y="630991"/>
                    <a:pt x="442502" y="668209"/>
                    <a:pt x="406742" y="708281"/>
                  </a:cubicBezTo>
                  <a:cubicBezTo>
                    <a:pt x="262709" y="867706"/>
                    <a:pt x="147735" y="1054199"/>
                    <a:pt x="68587" y="1254625"/>
                  </a:cubicBezTo>
                  <a:cubicBezTo>
                    <a:pt x="48783" y="1304714"/>
                    <a:pt x="31235" y="1355700"/>
                    <a:pt x="16050" y="1407357"/>
                  </a:cubicBezTo>
                  <a:lnTo>
                    <a:pt x="0" y="1472957"/>
                  </a:lnTo>
                  <a:lnTo>
                    <a:pt x="0" y="834497"/>
                  </a:lnTo>
                  <a:lnTo>
                    <a:pt x="2773" y="829707"/>
                  </a:lnTo>
                  <a:cubicBezTo>
                    <a:pt x="68952" y="726310"/>
                    <a:pt x="144252" y="628967"/>
                    <a:pt x="227746" y="539303"/>
                  </a:cubicBezTo>
                  <a:cubicBezTo>
                    <a:pt x="269676" y="494653"/>
                    <a:pt x="312534" y="450866"/>
                    <a:pt x="357979" y="409733"/>
                  </a:cubicBezTo>
                  <a:cubicBezTo>
                    <a:pt x="403426" y="368600"/>
                    <a:pt x="452719" y="331911"/>
                    <a:pt x="503273" y="297611"/>
                  </a:cubicBezTo>
                  <a:cubicBezTo>
                    <a:pt x="604581" y="229078"/>
                    <a:pt x="713717" y="172951"/>
                    <a:pt x="826767" y="129296"/>
                  </a:cubicBezTo>
                  <a:cubicBezTo>
                    <a:pt x="939817" y="85509"/>
                    <a:pt x="1056715" y="54659"/>
                    <a:pt x="1174277" y="33296"/>
                  </a:cubicBezTo>
                  <a:cubicBezTo>
                    <a:pt x="1291971" y="12000"/>
                    <a:pt x="1410860" y="986"/>
                    <a:pt x="1529815" y="5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Shape 32">
              <a:extLst>
                <a:ext uri="{FF2B5EF4-FFF2-40B4-BE49-F238E27FC236}">
                  <a16:creationId xmlns:a16="http://schemas.microsoft.com/office/drawing/2014/main" id="{AD44A17B-31B1-434F-8B3F-488316AA8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021" y="3908755"/>
              <a:ext cx="3417890" cy="2949310"/>
            </a:xfrm>
            <a:custGeom>
              <a:avLst/>
              <a:gdLst>
                <a:gd name="connsiteX0" fmla="*/ 0 w 3417890"/>
                <a:gd name="connsiteY0" fmla="*/ 1953986 h 2966488"/>
                <a:gd name="connsiteX1" fmla="*/ 3650 w 3417890"/>
                <a:gd name="connsiteY1" fmla="*/ 2036794 h 2966488"/>
                <a:gd name="connsiteX2" fmla="*/ 97711 w 3417890"/>
                <a:gd name="connsiteY2" fmla="*/ 2451281 h 2966488"/>
                <a:gd name="connsiteX3" fmla="*/ 373570 w 3417890"/>
                <a:gd name="connsiteY3" fmla="*/ 2919471 h 2966488"/>
                <a:gd name="connsiteX4" fmla="*/ 418218 w 3417890"/>
                <a:gd name="connsiteY4" fmla="*/ 2966488 h 2966488"/>
                <a:gd name="connsiteX5" fmla="*/ 0 w 3417890"/>
                <a:gd name="connsiteY5" fmla="*/ 2966488 h 2966488"/>
                <a:gd name="connsiteX6" fmla="*/ 1526033 w 3417890"/>
                <a:gd name="connsiteY6" fmla="*/ 0 h 2966488"/>
                <a:gd name="connsiteX7" fmla="*/ 3362636 w 3417890"/>
                <a:gd name="connsiteY7" fmla="*/ 2324034 h 2966488"/>
                <a:gd name="connsiteX8" fmla="*/ 2754079 w 3417890"/>
                <a:gd name="connsiteY8" fmla="*/ 2933084 h 2966488"/>
                <a:gd name="connsiteX9" fmla="*/ 2713560 w 3417890"/>
                <a:gd name="connsiteY9" fmla="*/ 2966488 h 2966488"/>
                <a:gd name="connsiteX10" fmla="*/ 2248047 w 3417890"/>
                <a:gd name="connsiteY10" fmla="*/ 2966488 h 2966488"/>
                <a:gd name="connsiteX11" fmla="*/ 2395207 w 3417890"/>
                <a:gd name="connsiteY11" fmla="*/ 2809141 h 2966488"/>
                <a:gd name="connsiteX12" fmla="*/ 2822595 w 3417890"/>
                <a:gd name="connsiteY12" fmla="*/ 2501371 h 2966488"/>
                <a:gd name="connsiteX13" fmla="*/ 2960458 w 3417890"/>
                <a:gd name="connsiteY13" fmla="*/ 2413398 h 2966488"/>
                <a:gd name="connsiteX14" fmla="*/ 3043189 w 3417890"/>
                <a:gd name="connsiteY14" fmla="*/ 2234668 h 2966488"/>
                <a:gd name="connsiteX15" fmla="*/ 3047966 w 3417890"/>
                <a:gd name="connsiteY15" fmla="*/ 1613687 h 2966488"/>
                <a:gd name="connsiteX16" fmla="*/ 2759170 w 3417890"/>
                <a:gd name="connsiteY16" fmla="*/ 1025348 h 2966488"/>
                <a:gd name="connsiteX17" fmla="*/ 2179655 w 3417890"/>
                <a:gd name="connsiteY17" fmla="*/ 518811 h 2966488"/>
                <a:gd name="connsiteX18" fmla="*/ 1526033 w 3417890"/>
                <a:gd name="connsiteY18" fmla="*/ 331721 h 2966488"/>
                <a:gd name="connsiteX19" fmla="*/ 447145 w 3417890"/>
                <a:gd name="connsiteY19" fmla="*/ 787106 h 2966488"/>
                <a:gd name="connsiteX20" fmla="*/ 118145 w 3417890"/>
                <a:gd name="connsiteY20" fmla="*/ 1283758 h 2966488"/>
                <a:gd name="connsiteX21" fmla="*/ 4939 w 3417890"/>
                <a:gd name="connsiteY21" fmla="*/ 1736003 h 2966488"/>
                <a:gd name="connsiteX22" fmla="*/ 0 w 3417890"/>
                <a:gd name="connsiteY22" fmla="*/ 1838243 h 2966488"/>
                <a:gd name="connsiteX23" fmla="*/ 0 w 3417890"/>
                <a:gd name="connsiteY23" fmla="*/ 812148 h 2966488"/>
                <a:gd name="connsiteX24" fmla="*/ 90445 w 3417890"/>
                <a:gd name="connsiteY24" fmla="*/ 689050 h 2966488"/>
                <a:gd name="connsiteX25" fmla="*/ 1526033 w 3417890"/>
                <a:gd name="connsiteY25" fmla="*/ 0 h 2966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417890" h="2966488">
                  <a:moveTo>
                    <a:pt x="0" y="1953986"/>
                  </a:moveTo>
                  <a:lnTo>
                    <a:pt x="3650" y="2036794"/>
                  </a:lnTo>
                  <a:cubicBezTo>
                    <a:pt x="16269" y="2179080"/>
                    <a:pt x="47754" y="2317979"/>
                    <a:pt x="97711" y="2451281"/>
                  </a:cubicBezTo>
                  <a:cubicBezTo>
                    <a:pt x="161932" y="2622780"/>
                    <a:pt x="254747" y="2780348"/>
                    <a:pt x="373570" y="2919471"/>
                  </a:cubicBezTo>
                  <a:lnTo>
                    <a:pt x="418218" y="2966488"/>
                  </a:lnTo>
                  <a:lnTo>
                    <a:pt x="0" y="2966488"/>
                  </a:lnTo>
                  <a:close/>
                  <a:moveTo>
                    <a:pt x="1526033" y="0"/>
                  </a:moveTo>
                  <a:cubicBezTo>
                    <a:pt x="2553570" y="0"/>
                    <a:pt x="3682481" y="1179399"/>
                    <a:pt x="3362636" y="2324034"/>
                  </a:cubicBezTo>
                  <a:cubicBezTo>
                    <a:pt x="3239684" y="2764061"/>
                    <a:pt x="3030076" y="2721132"/>
                    <a:pt x="2754079" y="2933084"/>
                  </a:cubicBezTo>
                  <a:lnTo>
                    <a:pt x="2713560" y="2966488"/>
                  </a:lnTo>
                  <a:lnTo>
                    <a:pt x="2248047" y="2966488"/>
                  </a:lnTo>
                  <a:lnTo>
                    <a:pt x="2395207" y="2809141"/>
                  </a:lnTo>
                  <a:cubicBezTo>
                    <a:pt x="2559076" y="2642352"/>
                    <a:pt x="2711402" y="2560882"/>
                    <a:pt x="2822595" y="2501371"/>
                  </a:cubicBezTo>
                  <a:cubicBezTo>
                    <a:pt x="2893052" y="2463621"/>
                    <a:pt x="2934252" y="2440931"/>
                    <a:pt x="2960458" y="2413398"/>
                  </a:cubicBezTo>
                  <a:cubicBezTo>
                    <a:pt x="2991242" y="2381089"/>
                    <a:pt x="3019106" y="2320915"/>
                    <a:pt x="3043189" y="2234668"/>
                  </a:cubicBezTo>
                  <a:cubicBezTo>
                    <a:pt x="3098918" y="2035171"/>
                    <a:pt x="3100511" y="1826254"/>
                    <a:pt x="3047966" y="1613687"/>
                  </a:cubicBezTo>
                  <a:cubicBezTo>
                    <a:pt x="2998075" y="1412001"/>
                    <a:pt x="2898227" y="1208590"/>
                    <a:pt x="2759170" y="1025348"/>
                  </a:cubicBezTo>
                  <a:cubicBezTo>
                    <a:pt x="2601935" y="818155"/>
                    <a:pt x="2401509" y="643007"/>
                    <a:pt x="2179655" y="518811"/>
                  </a:cubicBezTo>
                  <a:cubicBezTo>
                    <a:pt x="1960985" y="396406"/>
                    <a:pt x="1734950" y="331721"/>
                    <a:pt x="1526033" y="331721"/>
                  </a:cubicBezTo>
                  <a:cubicBezTo>
                    <a:pt x="1118813" y="331721"/>
                    <a:pt x="735676" y="493468"/>
                    <a:pt x="447145" y="787106"/>
                  </a:cubicBezTo>
                  <a:cubicBezTo>
                    <a:pt x="306164" y="930543"/>
                    <a:pt x="195502" y="1097663"/>
                    <a:pt x="118145" y="1283758"/>
                  </a:cubicBezTo>
                  <a:cubicBezTo>
                    <a:pt x="58037" y="1428405"/>
                    <a:pt x="20134" y="1579955"/>
                    <a:pt x="4939" y="1736003"/>
                  </a:cubicBezTo>
                  <a:lnTo>
                    <a:pt x="0" y="1838243"/>
                  </a:lnTo>
                  <a:lnTo>
                    <a:pt x="0" y="812148"/>
                  </a:lnTo>
                  <a:lnTo>
                    <a:pt x="90445" y="689050"/>
                  </a:lnTo>
                  <a:cubicBezTo>
                    <a:pt x="431676" y="268232"/>
                    <a:pt x="948081" y="0"/>
                    <a:pt x="1526033"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33">
              <a:extLst>
                <a:ext uri="{FF2B5EF4-FFF2-40B4-BE49-F238E27FC236}">
                  <a16:creationId xmlns:a16="http://schemas.microsoft.com/office/drawing/2014/main" id="{E89C250B-5ADB-4172-AD75-5677A112C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021" y="3908755"/>
              <a:ext cx="3417890" cy="2949310"/>
            </a:xfrm>
            <a:custGeom>
              <a:avLst/>
              <a:gdLst>
                <a:gd name="connsiteX0" fmla="*/ 1526033 w 3417890"/>
                <a:gd name="connsiteY0" fmla="*/ 0 h 2966488"/>
                <a:gd name="connsiteX1" fmla="*/ 3362636 w 3417890"/>
                <a:gd name="connsiteY1" fmla="*/ 2324034 h 2966488"/>
                <a:gd name="connsiteX2" fmla="*/ 2754079 w 3417890"/>
                <a:gd name="connsiteY2" fmla="*/ 2933084 h 2966488"/>
                <a:gd name="connsiteX3" fmla="*/ 2713560 w 3417890"/>
                <a:gd name="connsiteY3" fmla="*/ 2966488 h 2966488"/>
                <a:gd name="connsiteX4" fmla="*/ 2157350 w 3417890"/>
                <a:gd name="connsiteY4" fmla="*/ 2966488 h 2966488"/>
                <a:gd name="connsiteX5" fmla="*/ 2163135 w 3417890"/>
                <a:gd name="connsiteY5" fmla="*/ 2960207 h 2966488"/>
                <a:gd name="connsiteX6" fmla="*/ 2347903 w 3417890"/>
                <a:gd name="connsiteY6" fmla="*/ 2762701 h 2966488"/>
                <a:gd name="connsiteX7" fmla="*/ 2791280 w 3417890"/>
                <a:gd name="connsiteY7" fmla="*/ 2442922 h 2966488"/>
                <a:gd name="connsiteX8" fmla="*/ 2912425 w 3417890"/>
                <a:gd name="connsiteY8" fmla="*/ 2367688 h 2966488"/>
                <a:gd name="connsiteX9" fmla="*/ 2979300 w 3417890"/>
                <a:gd name="connsiteY9" fmla="*/ 2216888 h 2966488"/>
                <a:gd name="connsiteX10" fmla="*/ 2983612 w 3417890"/>
                <a:gd name="connsiteY10" fmla="*/ 1629676 h 2966488"/>
                <a:gd name="connsiteX11" fmla="*/ 2706361 w 3417890"/>
                <a:gd name="connsiteY11" fmla="*/ 1065486 h 2966488"/>
                <a:gd name="connsiteX12" fmla="*/ 2147279 w 3417890"/>
                <a:gd name="connsiteY12" fmla="*/ 576729 h 2966488"/>
                <a:gd name="connsiteX13" fmla="*/ 1526033 w 3417890"/>
                <a:gd name="connsiteY13" fmla="*/ 398065 h 2966488"/>
                <a:gd name="connsiteX14" fmla="*/ 494515 w 3417890"/>
                <a:gd name="connsiteY14" fmla="*/ 833613 h 2966488"/>
                <a:gd name="connsiteX15" fmla="*/ 179447 w 3417890"/>
                <a:gd name="connsiteY15" fmla="*/ 1309235 h 2966488"/>
                <a:gd name="connsiteX16" fmla="*/ 63743 w 3417890"/>
                <a:gd name="connsiteY16" fmla="*/ 1893460 h 2966488"/>
                <a:gd name="connsiteX17" fmla="*/ 159809 w 3417890"/>
                <a:gd name="connsiteY17" fmla="*/ 2427994 h 2966488"/>
                <a:gd name="connsiteX18" fmla="*/ 423991 w 3417890"/>
                <a:gd name="connsiteY18" fmla="*/ 2876348 h 2966488"/>
                <a:gd name="connsiteX19" fmla="*/ 509568 w 3417890"/>
                <a:gd name="connsiteY19" fmla="*/ 2966488 h 2966488"/>
                <a:gd name="connsiteX20" fmla="*/ 0 w 3417890"/>
                <a:gd name="connsiteY20" fmla="*/ 2966488 h 2966488"/>
                <a:gd name="connsiteX21" fmla="*/ 0 w 3417890"/>
                <a:gd name="connsiteY21" fmla="*/ 812148 h 2966488"/>
                <a:gd name="connsiteX22" fmla="*/ 90445 w 3417890"/>
                <a:gd name="connsiteY22" fmla="*/ 689050 h 2966488"/>
                <a:gd name="connsiteX23" fmla="*/ 1526033 w 3417890"/>
                <a:gd name="connsiteY23" fmla="*/ 0 h 2966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17890" h="2966488">
                  <a:moveTo>
                    <a:pt x="1526033" y="0"/>
                  </a:moveTo>
                  <a:cubicBezTo>
                    <a:pt x="2553570" y="0"/>
                    <a:pt x="3682481" y="1179399"/>
                    <a:pt x="3362636" y="2324034"/>
                  </a:cubicBezTo>
                  <a:cubicBezTo>
                    <a:pt x="3239684" y="2764061"/>
                    <a:pt x="3030076" y="2721132"/>
                    <a:pt x="2754079" y="2933084"/>
                  </a:cubicBezTo>
                  <a:lnTo>
                    <a:pt x="2713560" y="2966488"/>
                  </a:lnTo>
                  <a:lnTo>
                    <a:pt x="2157350" y="2966488"/>
                  </a:lnTo>
                  <a:lnTo>
                    <a:pt x="2163135" y="2960207"/>
                  </a:lnTo>
                  <a:cubicBezTo>
                    <a:pt x="2221850" y="2895786"/>
                    <a:pt x="2282554" y="2829177"/>
                    <a:pt x="2347903" y="2762701"/>
                  </a:cubicBezTo>
                  <a:cubicBezTo>
                    <a:pt x="2518806" y="2588746"/>
                    <a:pt x="2676306" y="2504423"/>
                    <a:pt x="2791280" y="2442922"/>
                  </a:cubicBezTo>
                  <a:cubicBezTo>
                    <a:pt x="2847673" y="2412669"/>
                    <a:pt x="2892256" y="2388852"/>
                    <a:pt x="2912425" y="2367688"/>
                  </a:cubicBezTo>
                  <a:cubicBezTo>
                    <a:pt x="2934982" y="2344003"/>
                    <a:pt x="2958733" y="2290463"/>
                    <a:pt x="2979300" y="2216888"/>
                  </a:cubicBezTo>
                  <a:cubicBezTo>
                    <a:pt x="3031977" y="2028537"/>
                    <a:pt x="3033370" y="1830964"/>
                    <a:pt x="2983612" y="1629676"/>
                  </a:cubicBezTo>
                  <a:cubicBezTo>
                    <a:pt x="2935844" y="1436681"/>
                    <a:pt x="2839977" y="1241564"/>
                    <a:pt x="2706361" y="1065486"/>
                  </a:cubicBezTo>
                  <a:cubicBezTo>
                    <a:pt x="2554565" y="865525"/>
                    <a:pt x="2361238" y="696481"/>
                    <a:pt x="2147279" y="576729"/>
                  </a:cubicBezTo>
                  <a:cubicBezTo>
                    <a:pt x="1938428" y="459831"/>
                    <a:pt x="1723605" y="398065"/>
                    <a:pt x="1526033" y="398065"/>
                  </a:cubicBezTo>
                  <a:cubicBezTo>
                    <a:pt x="1136792" y="398065"/>
                    <a:pt x="770374" y="552713"/>
                    <a:pt x="494515" y="833613"/>
                  </a:cubicBezTo>
                  <a:cubicBezTo>
                    <a:pt x="359505" y="971012"/>
                    <a:pt x="253487" y="1131034"/>
                    <a:pt x="179447" y="1309235"/>
                  </a:cubicBezTo>
                  <a:cubicBezTo>
                    <a:pt x="102687" y="1494003"/>
                    <a:pt x="63743" y="1690580"/>
                    <a:pt x="63743" y="1893460"/>
                  </a:cubicBezTo>
                  <a:cubicBezTo>
                    <a:pt x="63743" y="2077897"/>
                    <a:pt x="96052" y="2257689"/>
                    <a:pt x="159809" y="2427994"/>
                  </a:cubicBezTo>
                  <a:cubicBezTo>
                    <a:pt x="221310" y="2592262"/>
                    <a:pt x="310211" y="2743063"/>
                    <a:pt x="423991" y="2876348"/>
                  </a:cubicBezTo>
                  <a:lnTo>
                    <a:pt x="509568" y="2966488"/>
                  </a:lnTo>
                  <a:lnTo>
                    <a:pt x="0" y="2966488"/>
                  </a:lnTo>
                  <a:lnTo>
                    <a:pt x="0" y="812148"/>
                  </a:lnTo>
                  <a:lnTo>
                    <a:pt x="90445" y="689050"/>
                  </a:lnTo>
                  <a:cubicBezTo>
                    <a:pt x="431676" y="268232"/>
                    <a:pt x="948081" y="0"/>
                    <a:pt x="1526033"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5" name="Freeform: Shape 34">
              <a:extLst>
                <a:ext uri="{FF2B5EF4-FFF2-40B4-BE49-F238E27FC236}">
                  <a16:creationId xmlns:a16="http://schemas.microsoft.com/office/drawing/2014/main" id="{0DBADFCF-E338-4B63-B2DF-02E7488329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021" y="3881713"/>
              <a:ext cx="3462418" cy="2976353"/>
            </a:xfrm>
            <a:custGeom>
              <a:avLst/>
              <a:gdLst>
                <a:gd name="connsiteX0" fmla="*/ 0 w 3462418"/>
                <a:gd name="connsiteY0" fmla="*/ 2730212 h 2993689"/>
                <a:gd name="connsiteX1" fmla="*/ 55451 w 3462418"/>
                <a:gd name="connsiteY1" fmla="*/ 2830720 h 2993689"/>
                <a:gd name="connsiteX2" fmla="*/ 152058 w 3462418"/>
                <a:gd name="connsiteY2" fmla="*/ 2972167 h 2993689"/>
                <a:gd name="connsiteX3" fmla="*/ 170061 w 3462418"/>
                <a:gd name="connsiteY3" fmla="*/ 2993689 h 2993689"/>
                <a:gd name="connsiteX4" fmla="*/ 0 w 3462418"/>
                <a:gd name="connsiteY4" fmla="*/ 2993689 h 2993689"/>
                <a:gd name="connsiteX5" fmla="*/ 1541758 w 3462418"/>
                <a:gd name="connsiteY5" fmla="*/ 0 h 2993689"/>
                <a:gd name="connsiteX6" fmla="*/ 3462418 w 3462418"/>
                <a:gd name="connsiteY6" fmla="*/ 1920662 h 2993689"/>
                <a:gd name="connsiteX7" fmla="*/ 3230610 w 3462418"/>
                <a:gd name="connsiteY7" fmla="*/ 2836173 h 2993689"/>
                <a:gd name="connsiteX8" fmla="*/ 3134917 w 3462418"/>
                <a:gd name="connsiteY8" fmla="*/ 2993689 h 2993689"/>
                <a:gd name="connsiteX9" fmla="*/ 2620198 w 3462418"/>
                <a:gd name="connsiteY9" fmla="*/ 2993689 h 2993689"/>
                <a:gd name="connsiteX10" fmla="*/ 2647978 w 3462418"/>
                <a:gd name="connsiteY10" fmla="*/ 2965249 h 2993689"/>
                <a:gd name="connsiteX11" fmla="*/ 2948384 w 3462418"/>
                <a:gd name="connsiteY11" fmla="*/ 2745916 h 2993689"/>
                <a:gd name="connsiteX12" fmla="*/ 3099450 w 3462418"/>
                <a:gd name="connsiteY12" fmla="*/ 2653232 h 2993689"/>
                <a:gd name="connsiteX13" fmla="*/ 3212964 w 3462418"/>
                <a:gd name="connsiteY13" fmla="*/ 2536069 h 2993689"/>
                <a:gd name="connsiteX14" fmla="*/ 3283488 w 3462418"/>
                <a:gd name="connsiteY14" fmla="*/ 2387060 h 2993689"/>
                <a:gd name="connsiteX15" fmla="*/ 3325484 w 3462418"/>
                <a:gd name="connsiteY15" fmla="*/ 2221531 h 2993689"/>
                <a:gd name="connsiteX16" fmla="*/ 3332716 w 3462418"/>
                <a:gd name="connsiteY16" fmla="*/ 2179270 h 2993689"/>
                <a:gd name="connsiteX17" fmla="*/ 3338819 w 3462418"/>
                <a:gd name="connsiteY17" fmla="*/ 2136943 h 2993689"/>
                <a:gd name="connsiteX18" fmla="*/ 3343397 w 3462418"/>
                <a:gd name="connsiteY18" fmla="*/ 2094483 h 2993689"/>
                <a:gd name="connsiteX19" fmla="*/ 3346714 w 3462418"/>
                <a:gd name="connsiteY19" fmla="*/ 2051956 h 2993689"/>
                <a:gd name="connsiteX20" fmla="*/ 3348572 w 3462418"/>
                <a:gd name="connsiteY20" fmla="*/ 1881717 h 2993689"/>
                <a:gd name="connsiteX21" fmla="*/ 3345985 w 3462418"/>
                <a:gd name="connsiteY21" fmla="*/ 1839257 h 2993689"/>
                <a:gd name="connsiteX22" fmla="*/ 3342070 w 3462418"/>
                <a:gd name="connsiteY22" fmla="*/ 1796929 h 2993689"/>
                <a:gd name="connsiteX23" fmla="*/ 3337227 w 3462418"/>
                <a:gd name="connsiteY23" fmla="*/ 1754668 h 2993689"/>
                <a:gd name="connsiteX24" fmla="*/ 3331256 w 3462418"/>
                <a:gd name="connsiteY24" fmla="*/ 1712540 h 2993689"/>
                <a:gd name="connsiteX25" fmla="*/ 3296492 w 3462418"/>
                <a:gd name="connsiteY25" fmla="*/ 1545817 h 2993689"/>
                <a:gd name="connsiteX26" fmla="*/ 3179195 w 3462418"/>
                <a:gd name="connsiteY26" fmla="*/ 1224313 h 2993689"/>
                <a:gd name="connsiteX27" fmla="*/ 3099716 w 3462418"/>
                <a:gd name="connsiteY27" fmla="*/ 1071125 h 2993689"/>
                <a:gd name="connsiteX28" fmla="*/ 3008160 w 3462418"/>
                <a:gd name="connsiteY28" fmla="*/ 923576 h 2993689"/>
                <a:gd name="connsiteX29" fmla="*/ 2905327 w 3462418"/>
                <a:gd name="connsiteY29" fmla="*/ 782330 h 2993689"/>
                <a:gd name="connsiteX30" fmla="*/ 2791481 w 3462418"/>
                <a:gd name="connsiteY30" fmla="*/ 648448 h 2993689"/>
                <a:gd name="connsiteX31" fmla="*/ 2667418 w 3462418"/>
                <a:gd name="connsiteY31" fmla="*/ 522526 h 2993689"/>
                <a:gd name="connsiteX32" fmla="*/ 2532739 w 3462418"/>
                <a:gd name="connsiteY32" fmla="*/ 406557 h 2993689"/>
                <a:gd name="connsiteX33" fmla="*/ 2388109 w 3462418"/>
                <a:gd name="connsiteY33" fmla="*/ 301601 h 2993689"/>
                <a:gd name="connsiteX34" fmla="*/ 2233527 w 3462418"/>
                <a:gd name="connsiteY34" fmla="*/ 210377 h 2993689"/>
                <a:gd name="connsiteX35" fmla="*/ 2069922 w 3462418"/>
                <a:gd name="connsiteY35" fmla="*/ 134811 h 2993689"/>
                <a:gd name="connsiteX36" fmla="*/ 1898423 w 3462418"/>
                <a:gd name="connsiteY36" fmla="*/ 77623 h 2993689"/>
                <a:gd name="connsiteX37" fmla="*/ 1540032 w 3462418"/>
                <a:gd name="connsiteY37" fmla="*/ 28926 h 2993689"/>
                <a:gd name="connsiteX38" fmla="*/ 1179784 w 3462418"/>
                <a:gd name="connsiteY38" fmla="*/ 68866 h 2993689"/>
                <a:gd name="connsiteX39" fmla="*/ 1168705 w 3462418"/>
                <a:gd name="connsiteY39" fmla="*/ 71121 h 2993689"/>
                <a:gd name="connsiteX40" fmla="*/ 1157758 w 3462418"/>
                <a:gd name="connsiteY40" fmla="*/ 73908 h 2993689"/>
                <a:gd name="connsiteX41" fmla="*/ 1135798 w 3462418"/>
                <a:gd name="connsiteY41" fmla="*/ 79547 h 2993689"/>
                <a:gd name="connsiteX42" fmla="*/ 1092011 w 3462418"/>
                <a:gd name="connsiteY42" fmla="*/ 90958 h 2993689"/>
                <a:gd name="connsiteX43" fmla="*/ 1048754 w 3462418"/>
                <a:gd name="connsiteY43" fmla="*/ 104028 h 2993689"/>
                <a:gd name="connsiteX44" fmla="*/ 1005763 w 3462418"/>
                <a:gd name="connsiteY44" fmla="*/ 117827 h 2993689"/>
                <a:gd name="connsiteX45" fmla="*/ 963303 w 3462418"/>
                <a:gd name="connsiteY45" fmla="*/ 133153 h 2993689"/>
                <a:gd name="connsiteX46" fmla="*/ 921175 w 3462418"/>
                <a:gd name="connsiteY46" fmla="*/ 149142 h 2993689"/>
                <a:gd name="connsiteX47" fmla="*/ 879776 w 3462418"/>
                <a:gd name="connsiteY47" fmla="*/ 166789 h 2993689"/>
                <a:gd name="connsiteX48" fmla="*/ 838709 w 3462418"/>
                <a:gd name="connsiteY48" fmla="*/ 185034 h 2993689"/>
                <a:gd name="connsiteX49" fmla="*/ 274453 w 3462418"/>
                <a:gd name="connsiteY49" fmla="*/ 607845 h 2993689"/>
                <a:gd name="connsiteX50" fmla="*/ 67351 w 3462418"/>
                <a:gd name="connsiteY50" fmla="*/ 886581 h 2993689"/>
                <a:gd name="connsiteX51" fmla="*/ 0 w 3462418"/>
                <a:gd name="connsiteY51" fmla="*/ 1008513 h 2993689"/>
                <a:gd name="connsiteX52" fmla="*/ 0 w 3462418"/>
                <a:gd name="connsiteY52" fmla="*/ 778734 h 2993689"/>
                <a:gd name="connsiteX53" fmla="*/ 59674 w 3462418"/>
                <a:gd name="connsiteY53" fmla="*/ 698933 h 2993689"/>
                <a:gd name="connsiteX54" fmla="*/ 1541758 w 3462418"/>
                <a:gd name="connsiteY54" fmla="*/ 0 h 2993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462418" h="2993689">
                  <a:moveTo>
                    <a:pt x="0" y="2730212"/>
                  </a:moveTo>
                  <a:lnTo>
                    <a:pt x="55451" y="2830720"/>
                  </a:lnTo>
                  <a:cubicBezTo>
                    <a:pt x="85331" y="2879308"/>
                    <a:pt x="117557" y="2926541"/>
                    <a:pt x="152058" y="2972167"/>
                  </a:cubicBezTo>
                  <a:lnTo>
                    <a:pt x="170061" y="2993689"/>
                  </a:lnTo>
                  <a:lnTo>
                    <a:pt x="0" y="2993689"/>
                  </a:lnTo>
                  <a:close/>
                  <a:moveTo>
                    <a:pt x="1541758" y="0"/>
                  </a:moveTo>
                  <a:cubicBezTo>
                    <a:pt x="2602533" y="0"/>
                    <a:pt x="3462418" y="859886"/>
                    <a:pt x="3462418" y="1920662"/>
                  </a:cubicBezTo>
                  <a:cubicBezTo>
                    <a:pt x="3462418" y="2252154"/>
                    <a:pt x="3378445" y="2564028"/>
                    <a:pt x="3230610" y="2836173"/>
                  </a:cubicBezTo>
                  <a:lnTo>
                    <a:pt x="3134917" y="2993689"/>
                  </a:lnTo>
                  <a:lnTo>
                    <a:pt x="2620198" y="2993689"/>
                  </a:lnTo>
                  <a:lnTo>
                    <a:pt x="2647978" y="2965249"/>
                  </a:lnTo>
                  <a:cubicBezTo>
                    <a:pt x="2735818" y="2877741"/>
                    <a:pt x="2841305" y="2805691"/>
                    <a:pt x="2948384" y="2745916"/>
                  </a:cubicBezTo>
                  <a:cubicBezTo>
                    <a:pt x="3001393" y="2715397"/>
                    <a:pt x="3054004" y="2686803"/>
                    <a:pt x="3099450" y="2653232"/>
                  </a:cubicBezTo>
                  <a:cubicBezTo>
                    <a:pt x="3145094" y="2619862"/>
                    <a:pt x="3183242" y="2581382"/>
                    <a:pt x="3212964" y="2536069"/>
                  </a:cubicBezTo>
                  <a:cubicBezTo>
                    <a:pt x="3243151" y="2491221"/>
                    <a:pt x="3265509" y="2440334"/>
                    <a:pt x="3283488" y="2387060"/>
                  </a:cubicBezTo>
                  <a:cubicBezTo>
                    <a:pt x="3301468" y="2333786"/>
                    <a:pt x="3314869" y="2277725"/>
                    <a:pt x="3325484" y="2221531"/>
                  </a:cubicBezTo>
                  <a:cubicBezTo>
                    <a:pt x="3327872" y="2207400"/>
                    <a:pt x="3330725" y="2193401"/>
                    <a:pt x="3332716" y="2179270"/>
                  </a:cubicBezTo>
                  <a:lnTo>
                    <a:pt x="3338819" y="2136943"/>
                  </a:lnTo>
                  <a:lnTo>
                    <a:pt x="3343397" y="2094483"/>
                  </a:lnTo>
                  <a:cubicBezTo>
                    <a:pt x="3345122" y="2080351"/>
                    <a:pt x="3345520" y="2066088"/>
                    <a:pt x="3346714" y="2051956"/>
                  </a:cubicBezTo>
                  <a:cubicBezTo>
                    <a:pt x="3350761" y="1995232"/>
                    <a:pt x="3350828" y="1938376"/>
                    <a:pt x="3348572" y="1881717"/>
                  </a:cubicBezTo>
                  <a:lnTo>
                    <a:pt x="3345985" y="1839257"/>
                  </a:lnTo>
                  <a:cubicBezTo>
                    <a:pt x="3344857" y="1825126"/>
                    <a:pt x="3343330" y="1811061"/>
                    <a:pt x="3342070" y="1796929"/>
                  </a:cubicBezTo>
                  <a:cubicBezTo>
                    <a:pt x="3340943" y="1782798"/>
                    <a:pt x="3338819" y="1768733"/>
                    <a:pt x="3337227" y="1754668"/>
                  </a:cubicBezTo>
                  <a:cubicBezTo>
                    <a:pt x="3335767" y="1740537"/>
                    <a:pt x="3333445" y="1726538"/>
                    <a:pt x="3331256" y="1712540"/>
                  </a:cubicBezTo>
                  <a:cubicBezTo>
                    <a:pt x="3322366" y="1656479"/>
                    <a:pt x="3310756" y="1600883"/>
                    <a:pt x="3296492" y="1545817"/>
                  </a:cubicBezTo>
                  <a:cubicBezTo>
                    <a:pt x="3267300" y="1435885"/>
                    <a:pt x="3227892" y="1328275"/>
                    <a:pt x="3179195" y="1224313"/>
                  </a:cubicBezTo>
                  <a:cubicBezTo>
                    <a:pt x="3154781" y="1172433"/>
                    <a:pt x="3128309" y="1121281"/>
                    <a:pt x="3099716" y="1071125"/>
                  </a:cubicBezTo>
                  <a:cubicBezTo>
                    <a:pt x="3071386" y="1020837"/>
                    <a:pt x="3040603" y="971742"/>
                    <a:pt x="3008160" y="923576"/>
                  </a:cubicBezTo>
                  <a:cubicBezTo>
                    <a:pt x="2975784" y="875344"/>
                    <a:pt x="2941219" y="828439"/>
                    <a:pt x="2905327" y="782330"/>
                  </a:cubicBezTo>
                  <a:cubicBezTo>
                    <a:pt x="2869170" y="736486"/>
                    <a:pt x="2831155" y="691836"/>
                    <a:pt x="2791481" y="648448"/>
                  </a:cubicBezTo>
                  <a:cubicBezTo>
                    <a:pt x="2751740" y="605191"/>
                    <a:pt x="2710674" y="562797"/>
                    <a:pt x="2667418" y="522526"/>
                  </a:cubicBezTo>
                  <a:cubicBezTo>
                    <a:pt x="2624227" y="482189"/>
                    <a:pt x="2579313" y="443444"/>
                    <a:pt x="2532739" y="406557"/>
                  </a:cubicBezTo>
                  <a:cubicBezTo>
                    <a:pt x="2486165" y="369669"/>
                    <a:pt x="2437999" y="334441"/>
                    <a:pt x="2388109" y="301601"/>
                  </a:cubicBezTo>
                  <a:cubicBezTo>
                    <a:pt x="2338085" y="269026"/>
                    <a:pt x="2286669" y="238176"/>
                    <a:pt x="2233527" y="210377"/>
                  </a:cubicBezTo>
                  <a:cubicBezTo>
                    <a:pt x="2180451" y="182447"/>
                    <a:pt x="2125983" y="156771"/>
                    <a:pt x="2069922" y="134811"/>
                  </a:cubicBezTo>
                  <a:cubicBezTo>
                    <a:pt x="2013994" y="112520"/>
                    <a:pt x="1956739" y="93213"/>
                    <a:pt x="1898423" y="77623"/>
                  </a:cubicBezTo>
                  <a:cubicBezTo>
                    <a:pt x="1781856" y="46242"/>
                    <a:pt x="1661044" y="28794"/>
                    <a:pt x="1540032" y="28926"/>
                  </a:cubicBezTo>
                  <a:cubicBezTo>
                    <a:pt x="1418821" y="29325"/>
                    <a:pt x="1297744" y="42660"/>
                    <a:pt x="1179784" y="68866"/>
                  </a:cubicBezTo>
                  <a:lnTo>
                    <a:pt x="1168705" y="71121"/>
                  </a:lnTo>
                  <a:lnTo>
                    <a:pt x="1157758" y="73908"/>
                  </a:lnTo>
                  <a:lnTo>
                    <a:pt x="1135798" y="79547"/>
                  </a:lnTo>
                  <a:lnTo>
                    <a:pt x="1092011" y="90958"/>
                  </a:lnTo>
                  <a:cubicBezTo>
                    <a:pt x="1077349" y="94408"/>
                    <a:pt x="1063151" y="99582"/>
                    <a:pt x="1048754" y="104028"/>
                  </a:cubicBezTo>
                  <a:lnTo>
                    <a:pt x="1005763" y="117827"/>
                  </a:lnTo>
                  <a:cubicBezTo>
                    <a:pt x="991300" y="122139"/>
                    <a:pt x="977434" y="127978"/>
                    <a:pt x="963303" y="133153"/>
                  </a:cubicBezTo>
                  <a:lnTo>
                    <a:pt x="921175" y="149142"/>
                  </a:lnTo>
                  <a:cubicBezTo>
                    <a:pt x="907043" y="154184"/>
                    <a:pt x="893509" y="160818"/>
                    <a:pt x="879776" y="166789"/>
                  </a:cubicBezTo>
                  <a:lnTo>
                    <a:pt x="838709" y="185034"/>
                  </a:lnTo>
                  <a:cubicBezTo>
                    <a:pt x="621233" y="286209"/>
                    <a:pt x="429764" y="433957"/>
                    <a:pt x="274453" y="607845"/>
                  </a:cubicBezTo>
                  <a:cubicBezTo>
                    <a:pt x="196565" y="694822"/>
                    <a:pt x="127434" y="788301"/>
                    <a:pt x="67351" y="886581"/>
                  </a:cubicBezTo>
                  <a:lnTo>
                    <a:pt x="0" y="1008513"/>
                  </a:lnTo>
                  <a:lnTo>
                    <a:pt x="0" y="778734"/>
                  </a:lnTo>
                  <a:lnTo>
                    <a:pt x="59674" y="698933"/>
                  </a:lnTo>
                  <a:cubicBezTo>
                    <a:pt x="411948" y="272073"/>
                    <a:pt x="945071" y="0"/>
                    <a:pt x="1541758"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37" name="Group 36">
            <a:extLst>
              <a:ext uri="{FF2B5EF4-FFF2-40B4-BE49-F238E27FC236}">
                <a16:creationId xmlns:a16="http://schemas.microsoft.com/office/drawing/2014/main" id="{05F16C50-F398-4082-942C-098B046B43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13756" y="2598821"/>
            <a:ext cx="3339065" cy="3401889"/>
            <a:chOff x="3224685" y="2598821"/>
            <a:chExt cx="3339065" cy="3401889"/>
          </a:xfrm>
        </p:grpSpPr>
        <p:sp>
          <p:nvSpPr>
            <p:cNvPr id="38" name="Freeform: Shape 37">
              <a:extLst>
                <a:ext uri="{FF2B5EF4-FFF2-40B4-BE49-F238E27FC236}">
                  <a16:creationId xmlns:a16="http://schemas.microsoft.com/office/drawing/2014/main" id="{16DC8D47-7123-4497-B7D1-7690338442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42294" y="2705797"/>
              <a:ext cx="3254181" cy="3187937"/>
            </a:xfrm>
            <a:custGeom>
              <a:avLst/>
              <a:gdLst>
                <a:gd name="connsiteX0" fmla="*/ 3016472 w 5391150"/>
                <a:gd name="connsiteY0" fmla="*/ 571500 h 5123497"/>
                <a:gd name="connsiteX1" fmla="*/ 3774758 w 5391150"/>
                <a:gd name="connsiteY1" fmla="*/ 729234 h 5123497"/>
                <a:gd name="connsiteX2" fmla="*/ 4324255 w 5391150"/>
                <a:gd name="connsiteY2" fmla="*/ 1153573 h 5123497"/>
                <a:gd name="connsiteX3" fmla="*/ 4819650 w 5391150"/>
                <a:gd name="connsiteY3" fmla="*/ 2684336 h 5123497"/>
                <a:gd name="connsiteX4" fmla="*/ 4609719 w 5391150"/>
                <a:gd name="connsiteY4" fmla="*/ 3278029 h 5123497"/>
                <a:gd name="connsiteX5" fmla="*/ 3943350 w 5391150"/>
                <a:gd name="connsiteY5" fmla="*/ 3869912 h 5123497"/>
                <a:gd name="connsiteX6" fmla="*/ 3792760 w 5391150"/>
                <a:gd name="connsiteY6" fmla="*/ 3986594 h 5123497"/>
                <a:gd name="connsiteX7" fmla="*/ 3182779 w 5391150"/>
                <a:gd name="connsiteY7" fmla="*/ 4406551 h 5123497"/>
                <a:gd name="connsiteX8" fmla="*/ 2617946 w 5391150"/>
                <a:gd name="connsiteY8" fmla="*/ 4551998 h 5123497"/>
                <a:gd name="connsiteX9" fmla="*/ 1739837 w 5391150"/>
                <a:gd name="connsiteY9" fmla="*/ 4323588 h 5123497"/>
                <a:gd name="connsiteX10" fmla="*/ 1071944 w 5391150"/>
                <a:gd name="connsiteY10" fmla="*/ 3641789 h 5123497"/>
                <a:gd name="connsiteX11" fmla="*/ 896874 w 5391150"/>
                <a:gd name="connsiteY11" fmla="*/ 3395567 h 5123497"/>
                <a:gd name="connsiteX12" fmla="*/ 571500 w 5391150"/>
                <a:gd name="connsiteY12" fmla="*/ 2684336 h 5123497"/>
                <a:gd name="connsiteX13" fmla="*/ 768572 w 5391150"/>
                <a:gd name="connsiteY13" fmla="*/ 1901571 h 5123497"/>
                <a:gd name="connsiteX14" fmla="*/ 1318546 w 5391150"/>
                <a:gd name="connsiteY14" fmla="*/ 1220153 h 5123497"/>
                <a:gd name="connsiteX15" fmla="*/ 2118646 w 5391150"/>
                <a:gd name="connsiteY15" fmla="*/ 744284 h 5123497"/>
                <a:gd name="connsiteX16" fmla="*/ 3016472 w 5391150"/>
                <a:gd name="connsiteY16" fmla="*/ 571500 h 5123497"/>
                <a:gd name="connsiteX17" fmla="*/ 3016472 w 5391150"/>
                <a:gd name="connsiteY17" fmla="*/ 0 h 5123497"/>
                <a:gd name="connsiteX18" fmla="*/ 0 w 5391150"/>
                <a:gd name="connsiteY18" fmla="*/ 2684336 h 5123497"/>
                <a:gd name="connsiteX19" fmla="*/ 599027 w 5391150"/>
                <a:gd name="connsiteY19" fmla="*/ 3962591 h 5123497"/>
                <a:gd name="connsiteX20" fmla="*/ 2617946 w 5391150"/>
                <a:gd name="connsiteY20" fmla="*/ 5123498 h 5123497"/>
                <a:gd name="connsiteX21" fmla="*/ 4144709 w 5391150"/>
                <a:gd name="connsiteY21" fmla="*/ 4436840 h 5123497"/>
                <a:gd name="connsiteX22" fmla="*/ 5391150 w 5391150"/>
                <a:gd name="connsiteY22" fmla="*/ 2684336 h 5123497"/>
                <a:gd name="connsiteX23" fmla="*/ 3016472 w 5391150"/>
                <a:gd name="connsiteY23" fmla="*/ 0 h 5123497"/>
                <a:gd name="connsiteX24" fmla="*/ 3016472 w 5391150"/>
                <a:gd name="connsiteY24" fmla="*/ 0 h 5123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91150" h="5123497">
                  <a:moveTo>
                    <a:pt x="3016472" y="571500"/>
                  </a:moveTo>
                  <a:cubicBezTo>
                    <a:pt x="3294316" y="571500"/>
                    <a:pt x="3549491" y="624554"/>
                    <a:pt x="3774758" y="729234"/>
                  </a:cubicBezTo>
                  <a:cubicBezTo>
                    <a:pt x="3985165" y="826961"/>
                    <a:pt x="4169950" y="969740"/>
                    <a:pt x="4324255" y="1153573"/>
                  </a:cubicBezTo>
                  <a:cubicBezTo>
                    <a:pt x="4643723" y="1534287"/>
                    <a:pt x="4819650" y="2077974"/>
                    <a:pt x="4819650" y="2684336"/>
                  </a:cubicBezTo>
                  <a:cubicBezTo>
                    <a:pt x="4819650" y="2915317"/>
                    <a:pt x="4756881" y="3092863"/>
                    <a:pt x="4609719" y="3278029"/>
                  </a:cubicBezTo>
                  <a:cubicBezTo>
                    <a:pt x="4450080" y="3478911"/>
                    <a:pt x="4203954" y="3668840"/>
                    <a:pt x="3943350" y="3869912"/>
                  </a:cubicBezTo>
                  <a:cubicBezTo>
                    <a:pt x="3894296" y="3907727"/>
                    <a:pt x="3843623" y="3946875"/>
                    <a:pt x="3792760" y="3986594"/>
                  </a:cubicBezTo>
                  <a:cubicBezTo>
                    <a:pt x="3575876" y="4156043"/>
                    <a:pt x="3380328" y="4304634"/>
                    <a:pt x="3182779" y="4406551"/>
                  </a:cubicBezTo>
                  <a:cubicBezTo>
                    <a:pt x="2990374" y="4505802"/>
                    <a:pt x="2810923" y="4551998"/>
                    <a:pt x="2617946" y="4551998"/>
                  </a:cubicBezTo>
                  <a:cubicBezTo>
                    <a:pt x="2277904" y="4551998"/>
                    <a:pt x="1990630" y="4477322"/>
                    <a:pt x="1739837" y="4323588"/>
                  </a:cubicBezTo>
                  <a:cubicBezTo>
                    <a:pt x="1503236" y="4178618"/>
                    <a:pt x="1284827" y="3955542"/>
                    <a:pt x="1071944" y="3641789"/>
                  </a:cubicBezTo>
                  <a:cubicBezTo>
                    <a:pt x="1011746" y="3553111"/>
                    <a:pt x="953357" y="3473006"/>
                    <a:pt x="896874" y="3395567"/>
                  </a:cubicBezTo>
                  <a:cubicBezTo>
                    <a:pt x="671227" y="3086195"/>
                    <a:pt x="571500" y="2938653"/>
                    <a:pt x="571500" y="2684336"/>
                  </a:cubicBezTo>
                  <a:cubicBezTo>
                    <a:pt x="571500" y="2418207"/>
                    <a:pt x="637794" y="2154841"/>
                    <a:pt x="768572" y="1901571"/>
                  </a:cubicBezTo>
                  <a:cubicBezTo>
                    <a:pt x="895922" y="1654969"/>
                    <a:pt x="1086041" y="1419320"/>
                    <a:pt x="1318546" y="1220153"/>
                  </a:cubicBezTo>
                  <a:cubicBezTo>
                    <a:pt x="1551337" y="1020699"/>
                    <a:pt x="1828038" y="856107"/>
                    <a:pt x="2118646" y="744284"/>
                  </a:cubicBezTo>
                  <a:cubicBezTo>
                    <a:pt x="2412397" y="631222"/>
                    <a:pt x="2722912" y="571500"/>
                    <a:pt x="3016472" y="571500"/>
                  </a:cubicBezTo>
                  <a:moveTo>
                    <a:pt x="3016472" y="0"/>
                  </a:moveTo>
                  <a:cubicBezTo>
                    <a:pt x="1518952" y="0"/>
                    <a:pt x="0" y="1201769"/>
                    <a:pt x="0" y="2684336"/>
                  </a:cubicBezTo>
                  <a:cubicBezTo>
                    <a:pt x="0" y="3240310"/>
                    <a:pt x="308324" y="3534156"/>
                    <a:pt x="599027" y="3962591"/>
                  </a:cubicBezTo>
                  <a:cubicBezTo>
                    <a:pt x="1083469" y="4676680"/>
                    <a:pt x="1687544" y="5123498"/>
                    <a:pt x="2617946" y="5123498"/>
                  </a:cubicBezTo>
                  <a:cubicBezTo>
                    <a:pt x="3245358" y="5123498"/>
                    <a:pt x="3686651" y="4794790"/>
                    <a:pt x="4144709" y="4436840"/>
                  </a:cubicBezTo>
                  <a:cubicBezTo>
                    <a:pt x="4773549" y="3945446"/>
                    <a:pt x="5391150" y="3542157"/>
                    <a:pt x="5391150" y="2684336"/>
                  </a:cubicBezTo>
                  <a:cubicBezTo>
                    <a:pt x="5391150" y="1201769"/>
                    <a:pt x="4505230" y="0"/>
                    <a:pt x="3016472" y="0"/>
                  </a:cubicBezTo>
                  <a:lnTo>
                    <a:pt x="3016472" y="0"/>
                  </a:lnTo>
                  <a:close/>
                </a:path>
              </a:pathLst>
            </a:custGeom>
            <a:solidFill>
              <a:schemeClr val="bg1">
                <a:alpha val="20000"/>
              </a:schemeClr>
            </a:solid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6D9EAF00-1329-4886-AF49-52D59ECE4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24685" y="2705797"/>
              <a:ext cx="3271790" cy="3187937"/>
            </a:xfrm>
            <a:custGeom>
              <a:avLst/>
              <a:gdLst>
                <a:gd name="connsiteX0" fmla="*/ 3016472 w 5391150"/>
                <a:gd name="connsiteY0" fmla="*/ 476250 h 5123497"/>
                <a:gd name="connsiteX1" fmla="*/ 3814953 w 5391150"/>
                <a:gd name="connsiteY1" fmla="*/ 642842 h 5123497"/>
                <a:gd name="connsiteX2" fmla="*/ 4397312 w 5391150"/>
                <a:gd name="connsiteY2" fmla="*/ 1092327 h 5123497"/>
                <a:gd name="connsiteX3" fmla="*/ 4914900 w 5391150"/>
                <a:gd name="connsiteY3" fmla="*/ 2684336 h 5123497"/>
                <a:gd name="connsiteX4" fmla="*/ 4684300 w 5391150"/>
                <a:gd name="connsiteY4" fmla="*/ 3337275 h 5123497"/>
                <a:gd name="connsiteX5" fmla="*/ 4001548 w 5391150"/>
                <a:gd name="connsiteY5" fmla="*/ 3945255 h 5123497"/>
                <a:gd name="connsiteX6" fmla="*/ 3851434 w 5391150"/>
                <a:gd name="connsiteY6" fmla="*/ 4061555 h 5123497"/>
                <a:gd name="connsiteX7" fmla="*/ 2617946 w 5391150"/>
                <a:gd name="connsiteY7" fmla="*/ 4647248 h 5123497"/>
                <a:gd name="connsiteX8" fmla="*/ 993077 w 5391150"/>
                <a:gd name="connsiteY8" fmla="*/ 3695224 h 5123497"/>
                <a:gd name="connsiteX9" fmla="*/ 819912 w 5391150"/>
                <a:gd name="connsiteY9" fmla="*/ 3451670 h 5123497"/>
                <a:gd name="connsiteX10" fmla="*/ 476250 w 5391150"/>
                <a:gd name="connsiteY10" fmla="*/ 2684336 h 5123497"/>
                <a:gd name="connsiteX11" fmla="*/ 683895 w 5391150"/>
                <a:gd name="connsiteY11" fmla="*/ 1857947 h 5123497"/>
                <a:gd name="connsiteX12" fmla="*/ 1256538 w 5391150"/>
                <a:gd name="connsiteY12" fmla="*/ 1147858 h 5123497"/>
                <a:gd name="connsiteX13" fmla="*/ 2084451 w 5391150"/>
                <a:gd name="connsiteY13" fmla="*/ 655415 h 5123497"/>
                <a:gd name="connsiteX14" fmla="*/ 3016472 w 5391150"/>
                <a:gd name="connsiteY14" fmla="*/ 476250 h 5123497"/>
                <a:gd name="connsiteX15" fmla="*/ 3016472 w 5391150"/>
                <a:gd name="connsiteY15" fmla="*/ 0 h 5123497"/>
                <a:gd name="connsiteX16" fmla="*/ 0 w 5391150"/>
                <a:gd name="connsiteY16" fmla="*/ 2684336 h 5123497"/>
                <a:gd name="connsiteX17" fmla="*/ 599027 w 5391150"/>
                <a:gd name="connsiteY17" fmla="*/ 3962591 h 5123497"/>
                <a:gd name="connsiteX18" fmla="*/ 2617946 w 5391150"/>
                <a:gd name="connsiteY18" fmla="*/ 5123498 h 5123497"/>
                <a:gd name="connsiteX19" fmla="*/ 4144709 w 5391150"/>
                <a:gd name="connsiteY19" fmla="*/ 4436840 h 5123497"/>
                <a:gd name="connsiteX20" fmla="*/ 5391150 w 5391150"/>
                <a:gd name="connsiteY20" fmla="*/ 2684336 h 5123497"/>
                <a:gd name="connsiteX21" fmla="*/ 3016472 w 5391150"/>
                <a:gd name="connsiteY21" fmla="*/ 0 h 5123497"/>
                <a:gd name="connsiteX22" fmla="*/ 3016472 w 5391150"/>
                <a:gd name="connsiteY22" fmla="*/ 0 h 5123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391150" h="5123497">
                  <a:moveTo>
                    <a:pt x="3016472" y="476250"/>
                  </a:moveTo>
                  <a:cubicBezTo>
                    <a:pt x="3308318" y="476250"/>
                    <a:pt x="3576923" y="532352"/>
                    <a:pt x="3814953" y="642842"/>
                  </a:cubicBezTo>
                  <a:cubicBezTo>
                    <a:pt x="4038029" y="746474"/>
                    <a:pt x="4233958" y="897731"/>
                    <a:pt x="4397312" y="1092327"/>
                  </a:cubicBezTo>
                  <a:cubicBezTo>
                    <a:pt x="4731068" y="1490186"/>
                    <a:pt x="4914900" y="2055590"/>
                    <a:pt x="4914900" y="2684336"/>
                  </a:cubicBezTo>
                  <a:cubicBezTo>
                    <a:pt x="4914900" y="2935224"/>
                    <a:pt x="4843749" y="3136583"/>
                    <a:pt x="4684300" y="3337275"/>
                  </a:cubicBezTo>
                  <a:cubicBezTo>
                    <a:pt x="4517517" y="3547205"/>
                    <a:pt x="4266915" y="3740563"/>
                    <a:pt x="4001548" y="3945255"/>
                  </a:cubicBezTo>
                  <a:cubicBezTo>
                    <a:pt x="3952589" y="3982974"/>
                    <a:pt x="3902012" y="4022027"/>
                    <a:pt x="3851434" y="4061555"/>
                  </a:cubicBezTo>
                  <a:cubicBezTo>
                    <a:pt x="3398711" y="4415314"/>
                    <a:pt x="3068288" y="4647248"/>
                    <a:pt x="2617946" y="4647248"/>
                  </a:cubicBezTo>
                  <a:cubicBezTo>
                    <a:pt x="1931765" y="4647248"/>
                    <a:pt x="1445800" y="4362545"/>
                    <a:pt x="993077" y="3695224"/>
                  </a:cubicBezTo>
                  <a:cubicBezTo>
                    <a:pt x="933831" y="3607880"/>
                    <a:pt x="875919" y="3528441"/>
                    <a:pt x="819912" y="3451670"/>
                  </a:cubicBezTo>
                  <a:cubicBezTo>
                    <a:pt x="587788" y="3133439"/>
                    <a:pt x="476250" y="2967895"/>
                    <a:pt x="476250" y="2684336"/>
                  </a:cubicBezTo>
                  <a:cubicBezTo>
                    <a:pt x="476250" y="2402872"/>
                    <a:pt x="546164" y="2124837"/>
                    <a:pt x="683895" y="1857947"/>
                  </a:cubicBezTo>
                  <a:cubicBezTo>
                    <a:pt x="818674" y="1596866"/>
                    <a:pt x="1011365" y="1357884"/>
                    <a:pt x="1256538" y="1147858"/>
                  </a:cubicBezTo>
                  <a:cubicBezTo>
                    <a:pt x="1497521" y="941356"/>
                    <a:pt x="1783747" y="771049"/>
                    <a:pt x="2084451" y="655415"/>
                  </a:cubicBezTo>
                  <a:cubicBezTo>
                    <a:pt x="2393347" y="536448"/>
                    <a:pt x="2707005" y="476250"/>
                    <a:pt x="3016472" y="476250"/>
                  </a:cubicBezTo>
                  <a:moveTo>
                    <a:pt x="3016472" y="0"/>
                  </a:moveTo>
                  <a:cubicBezTo>
                    <a:pt x="1518952" y="0"/>
                    <a:pt x="0" y="1201769"/>
                    <a:pt x="0" y="2684336"/>
                  </a:cubicBezTo>
                  <a:cubicBezTo>
                    <a:pt x="0" y="3240310"/>
                    <a:pt x="308324" y="3534156"/>
                    <a:pt x="599027" y="3962591"/>
                  </a:cubicBezTo>
                  <a:cubicBezTo>
                    <a:pt x="1083469" y="4676680"/>
                    <a:pt x="1687544" y="5123498"/>
                    <a:pt x="2617946" y="5123498"/>
                  </a:cubicBezTo>
                  <a:cubicBezTo>
                    <a:pt x="3245358" y="5123498"/>
                    <a:pt x="3686651" y="4794790"/>
                    <a:pt x="4144709" y="4436840"/>
                  </a:cubicBezTo>
                  <a:cubicBezTo>
                    <a:pt x="4773549" y="3945446"/>
                    <a:pt x="5391150" y="3542157"/>
                    <a:pt x="5391150" y="2684336"/>
                  </a:cubicBezTo>
                  <a:cubicBezTo>
                    <a:pt x="5391150" y="1201769"/>
                    <a:pt x="4505230" y="0"/>
                    <a:pt x="3016472" y="0"/>
                  </a:cubicBezTo>
                  <a:lnTo>
                    <a:pt x="3016472" y="0"/>
                  </a:lnTo>
                  <a:close/>
                </a:path>
              </a:pathLst>
            </a:custGeom>
            <a:solidFill>
              <a:schemeClr val="bg1">
                <a:alpha val="20000"/>
              </a:schemeClr>
            </a:solid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D86049FB-0264-4F59-9D62-6436901437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42295" y="2683818"/>
              <a:ext cx="3271790" cy="3231975"/>
            </a:xfrm>
            <a:custGeom>
              <a:avLst/>
              <a:gdLst>
                <a:gd name="connsiteX0" fmla="*/ 0 w 5419747"/>
                <a:gd name="connsiteY0" fmla="*/ 2700514 h 5194273"/>
                <a:gd name="connsiteX1" fmla="*/ 52864 w 5419747"/>
                <a:gd name="connsiteY1" fmla="*/ 2193498 h 5194273"/>
                <a:gd name="connsiteX2" fmla="*/ 211741 w 5419747"/>
                <a:gd name="connsiteY2" fmla="*/ 1707723 h 5194273"/>
                <a:gd name="connsiteX3" fmla="*/ 807434 w 5419747"/>
                <a:gd name="connsiteY3" fmla="*/ 882763 h 5194273"/>
                <a:gd name="connsiteX4" fmla="*/ 1202436 w 5419747"/>
                <a:gd name="connsiteY4" fmla="*/ 559580 h 5194273"/>
                <a:gd name="connsiteX5" fmla="*/ 1643920 w 5419747"/>
                <a:gd name="connsiteY5" fmla="*/ 302976 h 5194273"/>
                <a:gd name="connsiteX6" fmla="*/ 2623947 w 5419747"/>
                <a:gd name="connsiteY6" fmla="*/ 19989 h 5194273"/>
                <a:gd name="connsiteX7" fmla="*/ 3136868 w 5419747"/>
                <a:gd name="connsiteY7" fmla="*/ 5034 h 5194273"/>
                <a:gd name="connsiteX8" fmla="*/ 3645408 w 5419747"/>
                <a:gd name="connsiteY8" fmla="*/ 83997 h 5194273"/>
                <a:gd name="connsiteX9" fmla="*/ 4129278 w 5419747"/>
                <a:gd name="connsiteY9" fmla="*/ 267258 h 5194273"/>
                <a:gd name="connsiteX10" fmla="*/ 4557998 w 5419747"/>
                <a:gd name="connsiteY10" fmla="*/ 558627 h 5194273"/>
                <a:gd name="connsiteX11" fmla="*/ 4900803 w 5419747"/>
                <a:gd name="connsiteY11" fmla="*/ 944676 h 5194273"/>
                <a:gd name="connsiteX12" fmla="*/ 4937760 w 5419747"/>
                <a:gd name="connsiteY12" fmla="*/ 997444 h 5194273"/>
                <a:gd name="connsiteX13" fmla="*/ 4973193 w 5419747"/>
                <a:gd name="connsiteY13" fmla="*/ 1051165 h 5194273"/>
                <a:gd name="connsiteX14" fmla="*/ 5007578 w 5419747"/>
                <a:gd name="connsiteY14" fmla="*/ 1105458 h 5194273"/>
                <a:gd name="connsiteX15" fmla="*/ 5040726 w 5419747"/>
                <a:gd name="connsiteY15" fmla="*/ 1160512 h 5194273"/>
                <a:gd name="connsiteX16" fmla="*/ 5161788 w 5419747"/>
                <a:gd name="connsiteY16" fmla="*/ 1387017 h 5194273"/>
                <a:gd name="connsiteX17" fmla="*/ 5327523 w 5419747"/>
                <a:gd name="connsiteY17" fmla="*/ 1870887 h 5194273"/>
                <a:gd name="connsiteX18" fmla="*/ 5366385 w 5419747"/>
                <a:gd name="connsiteY18" fmla="*/ 2122632 h 5194273"/>
                <a:gd name="connsiteX19" fmla="*/ 5391626 w 5419747"/>
                <a:gd name="connsiteY19" fmla="*/ 2374569 h 5194273"/>
                <a:gd name="connsiteX20" fmla="*/ 5411724 w 5419747"/>
                <a:gd name="connsiteY20" fmla="*/ 2626505 h 5194273"/>
                <a:gd name="connsiteX21" fmla="*/ 5415820 w 5419747"/>
                <a:gd name="connsiteY21" fmla="*/ 2689656 h 5194273"/>
                <a:gd name="connsiteX22" fmla="*/ 5417630 w 5419747"/>
                <a:gd name="connsiteY22" fmla="*/ 2722136 h 5194273"/>
                <a:gd name="connsiteX23" fmla="*/ 5418963 w 5419747"/>
                <a:gd name="connsiteY23" fmla="*/ 2755188 h 5194273"/>
                <a:gd name="connsiteX24" fmla="*/ 5417153 w 5419747"/>
                <a:gd name="connsiteY24" fmla="*/ 2888347 h 5194273"/>
                <a:gd name="connsiteX25" fmla="*/ 5281517 w 5419747"/>
                <a:gd name="connsiteY25" fmla="*/ 3411365 h 5194273"/>
                <a:gd name="connsiteX26" fmla="*/ 4980052 w 5419747"/>
                <a:gd name="connsiteY26" fmla="*/ 3855516 h 5194273"/>
                <a:gd name="connsiteX27" fmla="*/ 4796314 w 5419747"/>
                <a:gd name="connsiteY27" fmla="*/ 4040682 h 5194273"/>
                <a:gd name="connsiteX28" fmla="*/ 4604766 w 5419747"/>
                <a:gd name="connsiteY28" fmla="*/ 4208989 h 5194273"/>
                <a:gd name="connsiteX29" fmla="*/ 4215670 w 5419747"/>
                <a:gd name="connsiteY29" fmla="*/ 4512265 h 5194273"/>
                <a:gd name="connsiteX30" fmla="*/ 4117753 w 5419747"/>
                <a:gd name="connsiteY30" fmla="*/ 4586274 h 5194273"/>
                <a:gd name="connsiteX31" fmla="*/ 4017169 w 5419747"/>
                <a:gd name="connsiteY31" fmla="*/ 4660759 h 5194273"/>
                <a:gd name="connsiteX32" fmla="*/ 3914108 w 5419747"/>
                <a:gd name="connsiteY32" fmla="*/ 4734292 h 5194273"/>
                <a:gd name="connsiteX33" fmla="*/ 3807809 w 5419747"/>
                <a:gd name="connsiteY33" fmla="*/ 4805730 h 5194273"/>
                <a:gd name="connsiteX34" fmla="*/ 3584639 w 5419747"/>
                <a:gd name="connsiteY34" fmla="*/ 4939842 h 5194273"/>
                <a:gd name="connsiteX35" fmla="*/ 3344609 w 5419747"/>
                <a:gd name="connsiteY35" fmla="*/ 5053856 h 5194273"/>
                <a:gd name="connsiteX36" fmla="*/ 2822258 w 5419747"/>
                <a:gd name="connsiteY36" fmla="*/ 5185015 h 5194273"/>
                <a:gd name="connsiteX37" fmla="*/ 2687765 w 5419747"/>
                <a:gd name="connsiteY37" fmla="*/ 5193493 h 5194273"/>
                <a:gd name="connsiteX38" fmla="*/ 2654141 w 5419747"/>
                <a:gd name="connsiteY38" fmla="*/ 5194254 h 5194273"/>
                <a:gd name="connsiteX39" fmla="*/ 2620613 w 5419747"/>
                <a:gd name="connsiteY39" fmla="*/ 5194064 h 5194273"/>
                <a:gd name="connsiteX40" fmla="*/ 2587181 w 5419747"/>
                <a:gd name="connsiteY40" fmla="*/ 5193683 h 5194273"/>
                <a:gd name="connsiteX41" fmla="*/ 2554700 w 5419747"/>
                <a:gd name="connsiteY41" fmla="*/ 5192445 h 5194273"/>
                <a:gd name="connsiteX42" fmla="*/ 2295239 w 5419747"/>
                <a:gd name="connsiteY42" fmla="*/ 5171776 h 5194273"/>
                <a:gd name="connsiteX43" fmla="*/ 2037398 w 5419747"/>
                <a:gd name="connsiteY43" fmla="*/ 5126246 h 5194273"/>
                <a:gd name="connsiteX44" fmla="*/ 1784128 w 5419747"/>
                <a:gd name="connsiteY44" fmla="*/ 5054904 h 5194273"/>
                <a:gd name="connsiteX45" fmla="*/ 1299305 w 5419747"/>
                <a:gd name="connsiteY45" fmla="*/ 4840401 h 5194273"/>
                <a:gd name="connsiteX46" fmla="*/ 890683 w 5419747"/>
                <a:gd name="connsiteY46" fmla="*/ 4506454 h 5194273"/>
                <a:gd name="connsiteX47" fmla="*/ 725043 w 5419747"/>
                <a:gd name="connsiteY47" fmla="*/ 4305477 h 5194273"/>
                <a:gd name="connsiteX48" fmla="*/ 580358 w 5419747"/>
                <a:gd name="connsiteY48" fmla="*/ 4092688 h 5194273"/>
                <a:gd name="connsiteX49" fmla="*/ 546545 w 5419747"/>
                <a:gd name="connsiteY49" fmla="*/ 4038491 h 5194273"/>
                <a:gd name="connsiteX50" fmla="*/ 514255 w 5419747"/>
                <a:gd name="connsiteY50" fmla="*/ 3985913 h 5194273"/>
                <a:gd name="connsiteX51" fmla="*/ 450533 w 5419747"/>
                <a:gd name="connsiteY51" fmla="*/ 3883995 h 5194273"/>
                <a:gd name="connsiteX52" fmla="*/ 318516 w 5419747"/>
                <a:gd name="connsiteY52" fmla="*/ 3675779 h 5194273"/>
                <a:gd name="connsiteX53" fmla="*/ 189643 w 5419747"/>
                <a:gd name="connsiteY53" fmla="*/ 3455656 h 5194273"/>
                <a:gd name="connsiteX54" fmla="*/ 131540 w 5419747"/>
                <a:gd name="connsiteY54" fmla="*/ 3338975 h 5194273"/>
                <a:gd name="connsiteX55" fmla="*/ 82201 w 5419747"/>
                <a:gd name="connsiteY55" fmla="*/ 3216864 h 5194273"/>
                <a:gd name="connsiteX56" fmla="*/ 44387 w 5419747"/>
                <a:gd name="connsiteY56" fmla="*/ 3090182 h 5194273"/>
                <a:gd name="connsiteX57" fmla="*/ 30289 w 5419747"/>
                <a:gd name="connsiteY57" fmla="*/ 3025602 h 5194273"/>
                <a:gd name="connsiteX58" fmla="*/ 24098 w 5419747"/>
                <a:gd name="connsiteY58" fmla="*/ 2993217 h 5194273"/>
                <a:gd name="connsiteX59" fmla="*/ 18955 w 5419747"/>
                <a:gd name="connsiteY59" fmla="*/ 2960737 h 5194273"/>
                <a:gd name="connsiteX60" fmla="*/ 0 w 5419747"/>
                <a:gd name="connsiteY60" fmla="*/ 2700514 h 5194273"/>
                <a:gd name="connsiteX61" fmla="*/ 155162 w 5419747"/>
                <a:gd name="connsiteY61" fmla="*/ 2700514 h 5194273"/>
                <a:gd name="connsiteX62" fmla="*/ 181642 w 5419747"/>
                <a:gd name="connsiteY62" fmla="*/ 2929305 h 5194273"/>
                <a:gd name="connsiteX63" fmla="*/ 259842 w 5419747"/>
                <a:gd name="connsiteY63" fmla="*/ 3143331 h 5194273"/>
                <a:gd name="connsiteX64" fmla="*/ 314420 w 5419747"/>
                <a:gd name="connsiteY64" fmla="*/ 3244106 h 5194273"/>
                <a:gd name="connsiteX65" fmla="*/ 377095 w 5419747"/>
                <a:gd name="connsiteY65" fmla="*/ 3341642 h 5194273"/>
                <a:gd name="connsiteX66" fmla="*/ 521875 w 5419747"/>
                <a:gd name="connsiteY66" fmla="*/ 3530142 h 5194273"/>
                <a:gd name="connsiteX67" fmla="*/ 678561 w 5419747"/>
                <a:gd name="connsiteY67" fmla="*/ 3720070 h 5194273"/>
                <a:gd name="connsiteX68" fmla="*/ 756476 w 5419747"/>
                <a:gd name="connsiteY68" fmla="*/ 3819225 h 5194273"/>
                <a:gd name="connsiteX69" fmla="*/ 793909 w 5419747"/>
                <a:gd name="connsiteY69" fmla="*/ 3867898 h 5194273"/>
                <a:gd name="connsiteX70" fmla="*/ 830580 w 5419747"/>
                <a:gd name="connsiteY70" fmla="*/ 3914475 h 5194273"/>
                <a:gd name="connsiteX71" fmla="*/ 1145667 w 5419747"/>
                <a:gd name="connsiteY71" fmla="*/ 4258709 h 5194273"/>
                <a:gd name="connsiteX72" fmla="*/ 1313212 w 5419747"/>
                <a:gd name="connsiteY72" fmla="*/ 4413585 h 5194273"/>
                <a:gd name="connsiteX73" fmla="*/ 1488662 w 5419747"/>
                <a:gd name="connsiteY73" fmla="*/ 4556365 h 5194273"/>
                <a:gd name="connsiteX74" fmla="*/ 1880616 w 5419747"/>
                <a:gd name="connsiteY74" fmla="*/ 4782203 h 5194273"/>
                <a:gd name="connsiteX75" fmla="*/ 2099882 w 5419747"/>
                <a:gd name="connsiteY75" fmla="*/ 4846020 h 5194273"/>
                <a:gd name="connsiteX76" fmla="*/ 2156079 w 5419747"/>
                <a:gd name="connsiteY76" fmla="*/ 4857260 h 5194273"/>
                <a:gd name="connsiteX77" fmla="*/ 2212753 w 5419747"/>
                <a:gd name="connsiteY77" fmla="*/ 4866690 h 5194273"/>
                <a:gd name="connsiteX78" fmla="*/ 2327148 w 5419747"/>
                <a:gd name="connsiteY78" fmla="*/ 4880215 h 5194273"/>
                <a:gd name="connsiteX79" fmla="*/ 2384679 w 5419747"/>
                <a:gd name="connsiteY79" fmla="*/ 4884597 h 5194273"/>
                <a:gd name="connsiteX80" fmla="*/ 2442401 w 5419747"/>
                <a:gd name="connsiteY80" fmla="*/ 4887645 h 5194273"/>
                <a:gd name="connsiteX81" fmla="*/ 2500313 w 5419747"/>
                <a:gd name="connsiteY81" fmla="*/ 4888978 h 5194273"/>
                <a:gd name="connsiteX82" fmla="*/ 2558320 w 5419747"/>
                <a:gd name="connsiteY82" fmla="*/ 4888693 h 5194273"/>
                <a:gd name="connsiteX83" fmla="*/ 2587371 w 5419747"/>
                <a:gd name="connsiteY83" fmla="*/ 4888407 h 5194273"/>
                <a:gd name="connsiteX84" fmla="*/ 2615374 w 5419747"/>
                <a:gd name="connsiteY84" fmla="*/ 4887168 h 5194273"/>
                <a:gd name="connsiteX85" fmla="*/ 2643283 w 5419747"/>
                <a:gd name="connsiteY85" fmla="*/ 4885740 h 5194273"/>
                <a:gd name="connsiteX86" fmla="*/ 2671096 w 5419747"/>
                <a:gd name="connsiteY86" fmla="*/ 4883454 h 5194273"/>
                <a:gd name="connsiteX87" fmla="*/ 2781395 w 5419747"/>
                <a:gd name="connsiteY87" fmla="*/ 4869833 h 5194273"/>
                <a:gd name="connsiteX88" fmla="*/ 3201543 w 5419747"/>
                <a:gd name="connsiteY88" fmla="*/ 4731911 h 5194273"/>
                <a:gd name="connsiteX89" fmla="*/ 3589687 w 5419747"/>
                <a:gd name="connsiteY89" fmla="*/ 4490071 h 5194273"/>
                <a:gd name="connsiteX90" fmla="*/ 3683794 w 5419747"/>
                <a:gd name="connsiteY90" fmla="*/ 4419015 h 5194273"/>
                <a:gd name="connsiteX91" fmla="*/ 3777901 w 5419747"/>
                <a:gd name="connsiteY91" fmla="*/ 4345577 h 5194273"/>
                <a:gd name="connsiteX92" fmla="*/ 3968496 w 5419747"/>
                <a:gd name="connsiteY92" fmla="*/ 4193177 h 5194273"/>
                <a:gd name="connsiteX93" fmla="*/ 4360259 w 5419747"/>
                <a:gd name="connsiteY93" fmla="*/ 3898188 h 5194273"/>
                <a:gd name="connsiteX94" fmla="*/ 4725257 w 5419747"/>
                <a:gd name="connsiteY94" fmla="*/ 3604818 h 5194273"/>
                <a:gd name="connsiteX95" fmla="*/ 5017103 w 5419747"/>
                <a:gd name="connsiteY95" fmla="*/ 3268585 h 5194273"/>
                <a:gd name="connsiteX96" fmla="*/ 5116544 w 5419747"/>
                <a:gd name="connsiteY96" fmla="*/ 3073132 h 5194273"/>
                <a:gd name="connsiteX97" fmla="*/ 5177124 w 5419747"/>
                <a:gd name="connsiteY97" fmla="*/ 2859582 h 5194273"/>
                <a:gd name="connsiteX98" fmla="*/ 5193887 w 5419747"/>
                <a:gd name="connsiteY98" fmla="*/ 2747568 h 5194273"/>
                <a:gd name="connsiteX99" fmla="*/ 5196650 w 5419747"/>
                <a:gd name="connsiteY99" fmla="*/ 2719183 h 5194273"/>
                <a:gd name="connsiteX100" fmla="*/ 5198745 w 5419747"/>
                <a:gd name="connsiteY100" fmla="*/ 2690227 h 5194273"/>
                <a:gd name="connsiteX101" fmla="*/ 5201793 w 5419747"/>
                <a:gd name="connsiteY101" fmla="*/ 2630410 h 5194273"/>
                <a:gd name="connsiteX102" fmla="*/ 5196555 w 5419747"/>
                <a:gd name="connsiteY102" fmla="*/ 2391238 h 5194273"/>
                <a:gd name="connsiteX103" fmla="*/ 5162931 w 5419747"/>
                <a:gd name="connsiteY103" fmla="*/ 2155017 h 5194273"/>
                <a:gd name="connsiteX104" fmla="*/ 5105876 w 5419747"/>
                <a:gd name="connsiteY104" fmla="*/ 1924512 h 5194273"/>
                <a:gd name="connsiteX105" fmla="*/ 4958525 w 5419747"/>
                <a:gd name="connsiteY105" fmla="*/ 1477314 h 5194273"/>
                <a:gd name="connsiteX106" fmla="*/ 4858131 w 5419747"/>
                <a:gd name="connsiteY106" fmla="*/ 1265001 h 5194273"/>
                <a:gd name="connsiteX107" fmla="*/ 4828890 w 5419747"/>
                <a:gd name="connsiteY107" fmla="*/ 1214138 h 5194273"/>
                <a:gd name="connsiteX108" fmla="*/ 4798124 w 5419747"/>
                <a:gd name="connsiteY108" fmla="*/ 1164227 h 5194273"/>
                <a:gd name="connsiteX109" fmla="*/ 4765548 w 5419747"/>
                <a:gd name="connsiteY109" fmla="*/ 1115459 h 5194273"/>
                <a:gd name="connsiteX110" fmla="*/ 4731544 w 5419747"/>
                <a:gd name="connsiteY110" fmla="*/ 1067739 h 5194273"/>
                <a:gd name="connsiteX111" fmla="*/ 4409599 w 5419747"/>
                <a:gd name="connsiteY111" fmla="*/ 731792 h 5194273"/>
                <a:gd name="connsiteX112" fmla="*/ 4022027 w 5419747"/>
                <a:gd name="connsiteY112" fmla="*/ 478617 h 5194273"/>
                <a:gd name="connsiteX113" fmla="*/ 3585877 w 5419747"/>
                <a:gd name="connsiteY113" fmla="*/ 319645 h 5194273"/>
                <a:gd name="connsiteX114" fmla="*/ 3123057 w 5419747"/>
                <a:gd name="connsiteY114" fmla="*/ 253732 h 5194273"/>
                <a:gd name="connsiteX115" fmla="*/ 2654046 w 5419747"/>
                <a:gd name="connsiteY115" fmla="*/ 270496 h 5194273"/>
                <a:gd name="connsiteX116" fmla="*/ 2193703 w 5419747"/>
                <a:gd name="connsiteY116" fmla="*/ 367270 h 5194273"/>
                <a:gd name="connsiteX117" fmla="*/ 1753362 w 5419747"/>
                <a:gd name="connsiteY117" fmla="*/ 535672 h 5194273"/>
                <a:gd name="connsiteX118" fmla="*/ 966502 w 5419747"/>
                <a:gd name="connsiteY118" fmla="*/ 1053070 h 5194273"/>
                <a:gd name="connsiteX119" fmla="*/ 644843 w 5419747"/>
                <a:gd name="connsiteY119" fmla="*/ 1398351 h 5194273"/>
                <a:gd name="connsiteX120" fmla="*/ 390525 w 5419747"/>
                <a:gd name="connsiteY120" fmla="*/ 1794877 h 5194273"/>
                <a:gd name="connsiteX121" fmla="*/ 217932 w 5419747"/>
                <a:gd name="connsiteY121" fmla="*/ 2233218 h 5194273"/>
                <a:gd name="connsiteX122" fmla="*/ 155162 w 5419747"/>
                <a:gd name="connsiteY122" fmla="*/ 2700514 h 519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5419747" h="5194273">
                  <a:moveTo>
                    <a:pt x="0" y="2700514"/>
                  </a:moveTo>
                  <a:cubicBezTo>
                    <a:pt x="476" y="2530493"/>
                    <a:pt x="18193" y="2360472"/>
                    <a:pt x="52864" y="2193498"/>
                  </a:cubicBezTo>
                  <a:cubicBezTo>
                    <a:pt x="87440" y="2026620"/>
                    <a:pt x="140399" y="1862981"/>
                    <a:pt x="211741" y="1707723"/>
                  </a:cubicBezTo>
                  <a:cubicBezTo>
                    <a:pt x="355092" y="1397208"/>
                    <a:pt x="562832" y="1119364"/>
                    <a:pt x="807434" y="882763"/>
                  </a:cubicBezTo>
                  <a:cubicBezTo>
                    <a:pt x="930021" y="764463"/>
                    <a:pt x="1062514" y="656544"/>
                    <a:pt x="1202436" y="559580"/>
                  </a:cubicBezTo>
                  <a:cubicBezTo>
                    <a:pt x="1342549" y="462711"/>
                    <a:pt x="1489996" y="376414"/>
                    <a:pt x="1643920" y="302976"/>
                  </a:cubicBezTo>
                  <a:cubicBezTo>
                    <a:pt x="1952149" y="157149"/>
                    <a:pt x="2284000" y="60756"/>
                    <a:pt x="2623947" y="19989"/>
                  </a:cubicBezTo>
                  <a:cubicBezTo>
                    <a:pt x="2793873" y="-109"/>
                    <a:pt x="2966276" y="-4967"/>
                    <a:pt x="3136868" y="5034"/>
                  </a:cubicBezTo>
                  <a:cubicBezTo>
                    <a:pt x="3307747" y="15417"/>
                    <a:pt x="3478530" y="40848"/>
                    <a:pt x="3645408" y="83997"/>
                  </a:cubicBezTo>
                  <a:cubicBezTo>
                    <a:pt x="3812286" y="127050"/>
                    <a:pt x="3975259" y="188010"/>
                    <a:pt x="4129278" y="267258"/>
                  </a:cubicBezTo>
                  <a:cubicBezTo>
                    <a:pt x="4283107" y="346506"/>
                    <a:pt x="4428744" y="443375"/>
                    <a:pt x="4557998" y="558627"/>
                  </a:cubicBezTo>
                  <a:cubicBezTo>
                    <a:pt x="4687348" y="673785"/>
                    <a:pt x="4801076" y="804944"/>
                    <a:pt x="4900803" y="944676"/>
                  </a:cubicBezTo>
                  <a:lnTo>
                    <a:pt x="4937760" y="997444"/>
                  </a:lnTo>
                  <a:lnTo>
                    <a:pt x="4973193" y="1051165"/>
                  </a:lnTo>
                  <a:cubicBezTo>
                    <a:pt x="4984623" y="1069263"/>
                    <a:pt x="4996339" y="1087265"/>
                    <a:pt x="5007578" y="1105458"/>
                  </a:cubicBezTo>
                  <a:lnTo>
                    <a:pt x="5040726" y="1160512"/>
                  </a:lnTo>
                  <a:cubicBezTo>
                    <a:pt x="5084064" y="1234426"/>
                    <a:pt x="5124926" y="1309769"/>
                    <a:pt x="5161788" y="1387017"/>
                  </a:cubicBezTo>
                  <a:cubicBezTo>
                    <a:pt x="5235702" y="1541512"/>
                    <a:pt x="5292661" y="1704104"/>
                    <a:pt x="5327523" y="1870887"/>
                  </a:cubicBezTo>
                  <a:cubicBezTo>
                    <a:pt x="5344859" y="1954326"/>
                    <a:pt x="5356955" y="2038431"/>
                    <a:pt x="5366385" y="2122632"/>
                  </a:cubicBezTo>
                  <a:cubicBezTo>
                    <a:pt x="5376005" y="2206738"/>
                    <a:pt x="5383720" y="2290749"/>
                    <a:pt x="5391626" y="2374569"/>
                  </a:cubicBezTo>
                  <a:cubicBezTo>
                    <a:pt x="5399152" y="2458484"/>
                    <a:pt x="5405819" y="2542399"/>
                    <a:pt x="5411724" y="2626505"/>
                  </a:cubicBezTo>
                  <a:lnTo>
                    <a:pt x="5415820" y="2689656"/>
                  </a:lnTo>
                  <a:cubicBezTo>
                    <a:pt x="5416582" y="2700038"/>
                    <a:pt x="5417058" y="2711182"/>
                    <a:pt x="5417630" y="2722136"/>
                  </a:cubicBezTo>
                  <a:cubicBezTo>
                    <a:pt x="5418202" y="2733090"/>
                    <a:pt x="5418773" y="2744139"/>
                    <a:pt x="5418963" y="2755188"/>
                  </a:cubicBezTo>
                  <a:cubicBezTo>
                    <a:pt x="5420392" y="2799289"/>
                    <a:pt x="5419916" y="2843770"/>
                    <a:pt x="5417153" y="2888347"/>
                  </a:cubicBezTo>
                  <a:cubicBezTo>
                    <a:pt x="5406867" y="3066750"/>
                    <a:pt x="5358956" y="3246487"/>
                    <a:pt x="5281517" y="3411365"/>
                  </a:cubicBezTo>
                  <a:cubicBezTo>
                    <a:pt x="5204270" y="3576719"/>
                    <a:pt x="5097780" y="3725118"/>
                    <a:pt x="4980052" y="3855516"/>
                  </a:cubicBezTo>
                  <a:cubicBezTo>
                    <a:pt x="4921186" y="3920952"/>
                    <a:pt x="4859369" y="3982293"/>
                    <a:pt x="4796314" y="4040682"/>
                  </a:cubicBezTo>
                  <a:cubicBezTo>
                    <a:pt x="4733258" y="4099070"/>
                    <a:pt x="4669346" y="4155267"/>
                    <a:pt x="4604766" y="4208989"/>
                  </a:cubicBezTo>
                  <a:cubicBezTo>
                    <a:pt x="4475893" y="4316907"/>
                    <a:pt x="4344162" y="4415300"/>
                    <a:pt x="4215670" y="4512265"/>
                  </a:cubicBezTo>
                  <a:lnTo>
                    <a:pt x="4117753" y="4586274"/>
                  </a:lnTo>
                  <a:cubicBezTo>
                    <a:pt x="4084606" y="4611134"/>
                    <a:pt x="4051173" y="4636185"/>
                    <a:pt x="4017169" y="4660759"/>
                  </a:cubicBezTo>
                  <a:cubicBezTo>
                    <a:pt x="3983260" y="4685429"/>
                    <a:pt x="3948970" y="4710003"/>
                    <a:pt x="3914108" y="4734292"/>
                  </a:cubicBezTo>
                  <a:cubicBezTo>
                    <a:pt x="3879152" y="4758390"/>
                    <a:pt x="3843909" y="4782298"/>
                    <a:pt x="3807809" y="4805730"/>
                  </a:cubicBezTo>
                  <a:cubicBezTo>
                    <a:pt x="3735991" y="4852688"/>
                    <a:pt x="3661886" y="4898218"/>
                    <a:pt x="3584639" y="4939842"/>
                  </a:cubicBezTo>
                  <a:cubicBezTo>
                    <a:pt x="3507486" y="4981656"/>
                    <a:pt x="3427666" y="5020518"/>
                    <a:pt x="3344609" y="5053856"/>
                  </a:cubicBezTo>
                  <a:cubicBezTo>
                    <a:pt x="3179255" y="5121484"/>
                    <a:pt x="3001613" y="5167108"/>
                    <a:pt x="2822258" y="5185015"/>
                  </a:cubicBezTo>
                  <a:cubicBezTo>
                    <a:pt x="2777395" y="5189302"/>
                    <a:pt x="2732532" y="5192540"/>
                    <a:pt x="2687765" y="5193493"/>
                  </a:cubicBezTo>
                  <a:lnTo>
                    <a:pt x="2654141" y="5194254"/>
                  </a:lnTo>
                  <a:cubicBezTo>
                    <a:pt x="2642997" y="5194350"/>
                    <a:pt x="2631758" y="5194064"/>
                    <a:pt x="2620613" y="5194064"/>
                  </a:cubicBezTo>
                  <a:lnTo>
                    <a:pt x="2587181" y="5193683"/>
                  </a:lnTo>
                  <a:lnTo>
                    <a:pt x="2554700" y="5192445"/>
                  </a:lnTo>
                  <a:cubicBezTo>
                    <a:pt x="2468213" y="5189683"/>
                    <a:pt x="2381536" y="5182824"/>
                    <a:pt x="2295239" y="5171776"/>
                  </a:cubicBezTo>
                  <a:cubicBezTo>
                    <a:pt x="2208848" y="5161298"/>
                    <a:pt x="2122646" y="5146249"/>
                    <a:pt x="2037398" y="5126246"/>
                  </a:cubicBezTo>
                  <a:cubicBezTo>
                    <a:pt x="1952244" y="5106053"/>
                    <a:pt x="1867757" y="5082146"/>
                    <a:pt x="1784128" y="5054904"/>
                  </a:cubicBezTo>
                  <a:cubicBezTo>
                    <a:pt x="1617155" y="4999945"/>
                    <a:pt x="1452086" y="4931555"/>
                    <a:pt x="1299305" y="4840401"/>
                  </a:cubicBezTo>
                  <a:cubicBezTo>
                    <a:pt x="1146429" y="4749437"/>
                    <a:pt x="1009936" y="4634089"/>
                    <a:pt x="890683" y="4506454"/>
                  </a:cubicBezTo>
                  <a:cubicBezTo>
                    <a:pt x="830771" y="4442732"/>
                    <a:pt x="776288" y="4374914"/>
                    <a:pt x="725043" y="4305477"/>
                  </a:cubicBezTo>
                  <a:cubicBezTo>
                    <a:pt x="674084" y="4235754"/>
                    <a:pt x="625602" y="4164983"/>
                    <a:pt x="580358" y="4092688"/>
                  </a:cubicBezTo>
                  <a:cubicBezTo>
                    <a:pt x="568738" y="4074781"/>
                    <a:pt x="557784" y="4056589"/>
                    <a:pt x="546545" y="4038491"/>
                  </a:cubicBezTo>
                  <a:lnTo>
                    <a:pt x="514255" y="3985913"/>
                  </a:lnTo>
                  <a:cubicBezTo>
                    <a:pt x="493586" y="3951909"/>
                    <a:pt x="472154" y="3918190"/>
                    <a:pt x="450533" y="3883995"/>
                  </a:cubicBezTo>
                  <a:lnTo>
                    <a:pt x="318516" y="3675779"/>
                  </a:lnTo>
                  <a:cubicBezTo>
                    <a:pt x="274225" y="3604818"/>
                    <a:pt x="230505" y="3531761"/>
                    <a:pt x="189643" y="3455656"/>
                  </a:cubicBezTo>
                  <a:cubicBezTo>
                    <a:pt x="169259" y="3417556"/>
                    <a:pt x="149543" y="3378789"/>
                    <a:pt x="131540" y="3338975"/>
                  </a:cubicBezTo>
                  <a:cubicBezTo>
                    <a:pt x="113633" y="3299065"/>
                    <a:pt x="96965" y="3258393"/>
                    <a:pt x="82201" y="3216864"/>
                  </a:cubicBezTo>
                  <a:cubicBezTo>
                    <a:pt x="67723" y="3175240"/>
                    <a:pt x="54864" y="3133044"/>
                    <a:pt x="44387" y="3090182"/>
                  </a:cubicBezTo>
                  <a:cubicBezTo>
                    <a:pt x="39434" y="3068751"/>
                    <a:pt x="34385" y="3047224"/>
                    <a:pt x="30289" y="3025602"/>
                  </a:cubicBezTo>
                  <a:lnTo>
                    <a:pt x="24098" y="2993217"/>
                  </a:lnTo>
                  <a:lnTo>
                    <a:pt x="18955" y="2960737"/>
                  </a:lnTo>
                  <a:cubicBezTo>
                    <a:pt x="5620" y="2874060"/>
                    <a:pt x="0" y="2786906"/>
                    <a:pt x="0" y="2700514"/>
                  </a:cubicBezTo>
                  <a:close/>
                  <a:moveTo>
                    <a:pt x="155162" y="2700514"/>
                  </a:moveTo>
                  <a:cubicBezTo>
                    <a:pt x="156019" y="2778048"/>
                    <a:pt x="163640" y="2855010"/>
                    <a:pt x="181642" y="2929305"/>
                  </a:cubicBezTo>
                  <a:cubicBezTo>
                    <a:pt x="199358" y="3003695"/>
                    <a:pt x="226886" y="3074847"/>
                    <a:pt x="259842" y="3143331"/>
                  </a:cubicBezTo>
                  <a:cubicBezTo>
                    <a:pt x="276511" y="3177526"/>
                    <a:pt x="294989" y="3211054"/>
                    <a:pt x="314420" y="3244106"/>
                  </a:cubicBezTo>
                  <a:cubicBezTo>
                    <a:pt x="334137" y="3277063"/>
                    <a:pt x="355187" y="3309543"/>
                    <a:pt x="377095" y="3341642"/>
                  </a:cubicBezTo>
                  <a:cubicBezTo>
                    <a:pt x="421481" y="3405650"/>
                    <a:pt x="470821" y="3467753"/>
                    <a:pt x="521875" y="3530142"/>
                  </a:cubicBezTo>
                  <a:cubicBezTo>
                    <a:pt x="572929" y="3592626"/>
                    <a:pt x="626269" y="3655110"/>
                    <a:pt x="678561" y="3720070"/>
                  </a:cubicBezTo>
                  <a:cubicBezTo>
                    <a:pt x="704755" y="3752455"/>
                    <a:pt x="730663" y="3785602"/>
                    <a:pt x="756476" y="3819225"/>
                  </a:cubicBezTo>
                  <a:lnTo>
                    <a:pt x="793909" y="3867898"/>
                  </a:lnTo>
                  <a:cubicBezTo>
                    <a:pt x="806196" y="3883424"/>
                    <a:pt x="817912" y="3899331"/>
                    <a:pt x="830580" y="3914475"/>
                  </a:cubicBezTo>
                  <a:cubicBezTo>
                    <a:pt x="929450" y="4037729"/>
                    <a:pt x="1036701" y="4151172"/>
                    <a:pt x="1145667" y="4258709"/>
                  </a:cubicBezTo>
                  <a:cubicBezTo>
                    <a:pt x="1200436" y="4312240"/>
                    <a:pt x="1256157" y="4363960"/>
                    <a:pt x="1313212" y="4413585"/>
                  </a:cubicBezTo>
                  <a:cubicBezTo>
                    <a:pt x="1370267" y="4463211"/>
                    <a:pt x="1428369" y="4511217"/>
                    <a:pt x="1488662" y="4556365"/>
                  </a:cubicBezTo>
                  <a:cubicBezTo>
                    <a:pt x="1608773" y="4646853"/>
                    <a:pt x="1738313" y="4727720"/>
                    <a:pt x="1880616" y="4782203"/>
                  </a:cubicBezTo>
                  <a:cubicBezTo>
                    <a:pt x="1951577" y="4809445"/>
                    <a:pt x="2025110" y="4830304"/>
                    <a:pt x="2099882" y="4846020"/>
                  </a:cubicBezTo>
                  <a:cubicBezTo>
                    <a:pt x="2118646" y="4849735"/>
                    <a:pt x="2137220" y="4854022"/>
                    <a:pt x="2156079" y="4857260"/>
                  </a:cubicBezTo>
                  <a:lnTo>
                    <a:pt x="2212753" y="4866690"/>
                  </a:lnTo>
                  <a:cubicBezTo>
                    <a:pt x="2250758" y="4871738"/>
                    <a:pt x="2288762" y="4877072"/>
                    <a:pt x="2327148" y="4880215"/>
                  </a:cubicBezTo>
                  <a:cubicBezTo>
                    <a:pt x="2346293" y="4882025"/>
                    <a:pt x="2365439" y="4883740"/>
                    <a:pt x="2384679" y="4884597"/>
                  </a:cubicBezTo>
                  <a:cubicBezTo>
                    <a:pt x="2403920" y="4885549"/>
                    <a:pt x="2423065" y="4887073"/>
                    <a:pt x="2442401" y="4887645"/>
                  </a:cubicBezTo>
                  <a:lnTo>
                    <a:pt x="2500313" y="4888978"/>
                  </a:lnTo>
                  <a:cubicBezTo>
                    <a:pt x="2519553" y="4889454"/>
                    <a:pt x="2538984" y="4888788"/>
                    <a:pt x="2558320" y="4888693"/>
                  </a:cubicBezTo>
                  <a:lnTo>
                    <a:pt x="2587371" y="4888407"/>
                  </a:lnTo>
                  <a:cubicBezTo>
                    <a:pt x="2596801" y="4888121"/>
                    <a:pt x="2606040" y="4887549"/>
                    <a:pt x="2615374" y="4887168"/>
                  </a:cubicBezTo>
                  <a:cubicBezTo>
                    <a:pt x="2624709" y="4886692"/>
                    <a:pt x="2634044" y="4886406"/>
                    <a:pt x="2643283" y="4885740"/>
                  </a:cubicBezTo>
                  <a:lnTo>
                    <a:pt x="2671096" y="4883454"/>
                  </a:lnTo>
                  <a:cubicBezTo>
                    <a:pt x="2708148" y="4880501"/>
                    <a:pt x="2744915" y="4875548"/>
                    <a:pt x="2781395" y="4869833"/>
                  </a:cubicBezTo>
                  <a:cubicBezTo>
                    <a:pt x="2927414" y="4845640"/>
                    <a:pt x="3067812" y="4798300"/>
                    <a:pt x="3201543" y="4731911"/>
                  </a:cubicBezTo>
                  <a:cubicBezTo>
                    <a:pt x="3335750" y="4666284"/>
                    <a:pt x="3463481" y="4582273"/>
                    <a:pt x="3589687" y="4490071"/>
                  </a:cubicBezTo>
                  <a:cubicBezTo>
                    <a:pt x="3621215" y="4467116"/>
                    <a:pt x="3652552" y="4443208"/>
                    <a:pt x="3683794" y="4419015"/>
                  </a:cubicBezTo>
                  <a:cubicBezTo>
                    <a:pt x="3715226" y="4394917"/>
                    <a:pt x="3746564" y="4370437"/>
                    <a:pt x="3777901" y="4345577"/>
                  </a:cubicBezTo>
                  <a:lnTo>
                    <a:pt x="3968496" y="4193177"/>
                  </a:lnTo>
                  <a:cubicBezTo>
                    <a:pt x="4099274" y="4089450"/>
                    <a:pt x="4231291" y="3992866"/>
                    <a:pt x="4360259" y="3898188"/>
                  </a:cubicBezTo>
                  <a:cubicBezTo>
                    <a:pt x="4489133" y="3803509"/>
                    <a:pt x="4613148" y="3707878"/>
                    <a:pt x="4725257" y="3604818"/>
                  </a:cubicBezTo>
                  <a:cubicBezTo>
                    <a:pt x="4837367" y="3501948"/>
                    <a:pt x="4938617" y="3392315"/>
                    <a:pt x="5017103" y="3268585"/>
                  </a:cubicBezTo>
                  <a:cubicBezTo>
                    <a:pt x="5056346" y="3206768"/>
                    <a:pt x="5089874" y="3141617"/>
                    <a:pt x="5116544" y="3073132"/>
                  </a:cubicBezTo>
                  <a:cubicBezTo>
                    <a:pt x="5143405" y="3004743"/>
                    <a:pt x="5162741" y="2933115"/>
                    <a:pt x="5177124" y="2859582"/>
                  </a:cubicBezTo>
                  <a:cubicBezTo>
                    <a:pt x="5184268" y="2822815"/>
                    <a:pt x="5189982" y="2785382"/>
                    <a:pt x="5193887" y="2747568"/>
                  </a:cubicBezTo>
                  <a:cubicBezTo>
                    <a:pt x="5195030" y="2738138"/>
                    <a:pt x="5195792" y="2728613"/>
                    <a:pt x="5196650" y="2719183"/>
                  </a:cubicBezTo>
                  <a:cubicBezTo>
                    <a:pt x="5197411" y="2709658"/>
                    <a:pt x="5198364" y="2700324"/>
                    <a:pt x="5198745" y="2690227"/>
                  </a:cubicBezTo>
                  <a:lnTo>
                    <a:pt x="5201793" y="2630410"/>
                  </a:lnTo>
                  <a:cubicBezTo>
                    <a:pt x="5204555" y="2550591"/>
                    <a:pt x="5202841" y="2470676"/>
                    <a:pt x="5196555" y="2391238"/>
                  </a:cubicBezTo>
                  <a:cubicBezTo>
                    <a:pt x="5190458" y="2311704"/>
                    <a:pt x="5178743" y="2232837"/>
                    <a:pt x="5162931" y="2155017"/>
                  </a:cubicBezTo>
                  <a:cubicBezTo>
                    <a:pt x="5146929" y="2077198"/>
                    <a:pt x="5126927" y="2000427"/>
                    <a:pt x="5105876" y="1924512"/>
                  </a:cubicBezTo>
                  <a:cubicBezTo>
                    <a:pt x="5063871" y="1772589"/>
                    <a:pt x="5017485" y="1622665"/>
                    <a:pt x="4958525" y="1477314"/>
                  </a:cubicBezTo>
                  <a:cubicBezTo>
                    <a:pt x="4928997" y="1404733"/>
                    <a:pt x="4896041" y="1333486"/>
                    <a:pt x="4858131" y="1265001"/>
                  </a:cubicBezTo>
                  <a:cubicBezTo>
                    <a:pt x="4848892" y="1247761"/>
                    <a:pt x="4838700" y="1230997"/>
                    <a:pt x="4828890" y="1214138"/>
                  </a:cubicBezTo>
                  <a:cubicBezTo>
                    <a:pt x="4818793" y="1197374"/>
                    <a:pt x="4808315" y="1180896"/>
                    <a:pt x="4798124" y="1164227"/>
                  </a:cubicBezTo>
                  <a:lnTo>
                    <a:pt x="4765548" y="1115459"/>
                  </a:lnTo>
                  <a:lnTo>
                    <a:pt x="4731544" y="1067739"/>
                  </a:lnTo>
                  <a:cubicBezTo>
                    <a:pt x="4638485" y="942294"/>
                    <a:pt x="4529233" y="830090"/>
                    <a:pt x="4409599" y="731792"/>
                  </a:cubicBezTo>
                  <a:cubicBezTo>
                    <a:pt x="4290251" y="633208"/>
                    <a:pt x="4160615" y="547483"/>
                    <a:pt x="4022027" y="478617"/>
                  </a:cubicBezTo>
                  <a:cubicBezTo>
                    <a:pt x="3883533" y="409561"/>
                    <a:pt x="3736943" y="356602"/>
                    <a:pt x="3585877" y="319645"/>
                  </a:cubicBezTo>
                  <a:cubicBezTo>
                    <a:pt x="3434810" y="282593"/>
                    <a:pt x="3279553" y="261257"/>
                    <a:pt x="3123057" y="253732"/>
                  </a:cubicBezTo>
                  <a:cubicBezTo>
                    <a:pt x="2966276" y="245826"/>
                    <a:pt x="2809685" y="251065"/>
                    <a:pt x="2654046" y="270496"/>
                  </a:cubicBezTo>
                  <a:cubicBezTo>
                    <a:pt x="2498503" y="290022"/>
                    <a:pt x="2344388" y="322693"/>
                    <a:pt x="2193703" y="367270"/>
                  </a:cubicBezTo>
                  <a:cubicBezTo>
                    <a:pt x="2042922" y="411657"/>
                    <a:pt x="1895856" y="469092"/>
                    <a:pt x="1753362" y="535672"/>
                  </a:cubicBezTo>
                  <a:cubicBezTo>
                    <a:pt x="1467517" y="667403"/>
                    <a:pt x="1200626" y="842091"/>
                    <a:pt x="966502" y="1053070"/>
                  </a:cubicBezTo>
                  <a:cubicBezTo>
                    <a:pt x="849821" y="1158893"/>
                    <a:pt x="741712" y="1274336"/>
                    <a:pt x="644843" y="1398351"/>
                  </a:cubicBezTo>
                  <a:cubicBezTo>
                    <a:pt x="547783" y="1522176"/>
                    <a:pt x="462153" y="1654955"/>
                    <a:pt x="390525" y="1794877"/>
                  </a:cubicBezTo>
                  <a:cubicBezTo>
                    <a:pt x="318897" y="1934704"/>
                    <a:pt x="259271" y="2081103"/>
                    <a:pt x="217932" y="2233218"/>
                  </a:cubicBezTo>
                  <a:cubicBezTo>
                    <a:pt x="176594" y="2384951"/>
                    <a:pt x="155067" y="2542685"/>
                    <a:pt x="155162" y="2700514"/>
                  </a:cubicBezTo>
                  <a:close/>
                </a:path>
              </a:pathLst>
            </a:custGeom>
            <a:solidFill>
              <a:schemeClr val="bg1">
                <a:alpha val="30000"/>
              </a:schemeClr>
            </a:solidFill>
            <a:ln w="9525" cap="flat">
              <a:noFill/>
              <a:prstDash val="solid"/>
              <a:miter/>
            </a:ln>
          </p:spPr>
          <p:txBody>
            <a:bodyPr rtlCol="0" anchor="ctr"/>
            <a:lstStyle/>
            <a:p>
              <a:endParaRPr lang="en-US"/>
            </a:p>
          </p:txBody>
        </p:sp>
        <p:sp useBgFill="1">
          <p:nvSpPr>
            <p:cNvPr id="41" name="Freeform: Shape 40">
              <a:extLst>
                <a:ext uri="{FF2B5EF4-FFF2-40B4-BE49-F238E27FC236}">
                  <a16:creationId xmlns:a16="http://schemas.microsoft.com/office/drawing/2014/main" id="{1EBD7950-2F60-42E5-B00A-DB0131FA34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24685" y="2598821"/>
              <a:ext cx="3339065" cy="3401889"/>
            </a:xfrm>
            <a:custGeom>
              <a:avLst/>
              <a:gdLst>
                <a:gd name="connsiteX0" fmla="*/ 2733675 w 5467350"/>
                <a:gd name="connsiteY0" fmla="*/ 0 h 5467350"/>
                <a:gd name="connsiteX1" fmla="*/ 0 w 5467350"/>
                <a:gd name="connsiteY1" fmla="*/ 2733675 h 5467350"/>
                <a:gd name="connsiteX2" fmla="*/ 2733675 w 5467350"/>
                <a:gd name="connsiteY2" fmla="*/ 5467350 h 5467350"/>
                <a:gd name="connsiteX3" fmla="*/ 5467350 w 5467350"/>
                <a:gd name="connsiteY3" fmla="*/ 2733675 h 5467350"/>
                <a:gd name="connsiteX4" fmla="*/ 2733675 w 5467350"/>
                <a:gd name="connsiteY4" fmla="*/ 0 h 5467350"/>
                <a:gd name="connsiteX5" fmla="*/ 4922615 w 5467350"/>
                <a:gd name="connsiteY5" fmla="*/ 1317212 h 5467350"/>
                <a:gd name="connsiteX6" fmla="*/ 4979765 w 5467350"/>
                <a:gd name="connsiteY6" fmla="*/ 1430941 h 5467350"/>
                <a:gd name="connsiteX7" fmla="*/ 5031105 w 5467350"/>
                <a:gd name="connsiteY7" fmla="*/ 1547146 h 5467350"/>
                <a:gd name="connsiteX8" fmla="*/ 5185029 w 5467350"/>
                <a:gd name="connsiteY8" fmla="*/ 2031873 h 5467350"/>
                <a:gd name="connsiteX9" fmla="*/ 5261610 w 5467350"/>
                <a:gd name="connsiteY9" fmla="*/ 2535079 h 5467350"/>
                <a:gd name="connsiteX10" fmla="*/ 5274183 w 5467350"/>
                <a:gd name="connsiteY10" fmla="*/ 2789206 h 5467350"/>
                <a:gd name="connsiteX11" fmla="*/ 5274755 w 5467350"/>
                <a:gd name="connsiteY11" fmla="*/ 2834831 h 5467350"/>
                <a:gd name="connsiteX12" fmla="*/ 5274850 w 5467350"/>
                <a:gd name="connsiteY12" fmla="*/ 2853023 h 5467350"/>
                <a:gd name="connsiteX13" fmla="*/ 5274564 w 5467350"/>
                <a:gd name="connsiteY13" fmla="*/ 2910554 h 5467350"/>
                <a:gd name="connsiteX14" fmla="*/ 5274469 w 5467350"/>
                <a:gd name="connsiteY14" fmla="*/ 2915222 h 5467350"/>
                <a:gd name="connsiteX15" fmla="*/ 5267325 w 5467350"/>
                <a:gd name="connsiteY15" fmla="*/ 3035713 h 5467350"/>
                <a:gd name="connsiteX16" fmla="*/ 5141119 w 5467350"/>
                <a:gd name="connsiteY16" fmla="*/ 3487674 h 5467350"/>
                <a:gd name="connsiteX17" fmla="*/ 5020342 w 5467350"/>
                <a:gd name="connsiteY17" fmla="*/ 3689509 h 5467350"/>
                <a:gd name="connsiteX18" fmla="*/ 4867656 w 5467350"/>
                <a:gd name="connsiteY18" fmla="*/ 3874865 h 5467350"/>
                <a:gd name="connsiteX19" fmla="*/ 4498467 w 5467350"/>
                <a:gd name="connsiteY19" fmla="*/ 4210907 h 5467350"/>
                <a:gd name="connsiteX20" fmla="*/ 4260723 w 5467350"/>
                <a:gd name="connsiteY20" fmla="*/ 4398359 h 5467350"/>
                <a:gd name="connsiteX21" fmla="*/ 4088130 w 5467350"/>
                <a:gd name="connsiteY21" fmla="*/ 4533519 h 5467350"/>
                <a:gd name="connsiteX22" fmla="*/ 3985736 w 5467350"/>
                <a:gd name="connsiteY22" fmla="*/ 4615434 h 5467350"/>
                <a:gd name="connsiteX23" fmla="*/ 3885343 w 5467350"/>
                <a:gd name="connsiteY23" fmla="*/ 4693730 h 5467350"/>
                <a:gd name="connsiteX24" fmla="*/ 3681984 w 5467350"/>
                <a:gd name="connsiteY24" fmla="*/ 4841463 h 5467350"/>
                <a:gd name="connsiteX25" fmla="*/ 3473958 w 5467350"/>
                <a:gd name="connsiteY25" fmla="*/ 4971383 h 5467350"/>
                <a:gd name="connsiteX26" fmla="*/ 3259550 w 5467350"/>
                <a:gd name="connsiteY26" fmla="*/ 5077683 h 5467350"/>
                <a:gd name="connsiteX27" fmla="*/ 2808065 w 5467350"/>
                <a:gd name="connsiteY27" fmla="*/ 5199698 h 5467350"/>
                <a:gd name="connsiteX28" fmla="*/ 2691289 w 5467350"/>
                <a:gd name="connsiteY28" fmla="*/ 5209889 h 5467350"/>
                <a:gd name="connsiteX29" fmla="*/ 2661476 w 5467350"/>
                <a:gd name="connsiteY29" fmla="*/ 5211414 h 5467350"/>
                <a:gd name="connsiteX30" fmla="*/ 2631853 w 5467350"/>
                <a:gd name="connsiteY30" fmla="*/ 5212176 h 5467350"/>
                <a:gd name="connsiteX31" fmla="*/ 2631567 w 5467350"/>
                <a:gd name="connsiteY31" fmla="*/ 5212176 h 5467350"/>
                <a:gd name="connsiteX32" fmla="*/ 2631281 w 5467350"/>
                <a:gd name="connsiteY32" fmla="*/ 5212176 h 5467350"/>
                <a:gd name="connsiteX33" fmla="*/ 2599754 w 5467350"/>
                <a:gd name="connsiteY33" fmla="*/ 5212652 h 5467350"/>
                <a:gd name="connsiteX34" fmla="*/ 2583561 w 5467350"/>
                <a:gd name="connsiteY34" fmla="*/ 5212556 h 5467350"/>
                <a:gd name="connsiteX35" fmla="*/ 2571274 w 5467350"/>
                <a:gd name="connsiteY35" fmla="*/ 5212556 h 5467350"/>
                <a:gd name="connsiteX36" fmla="*/ 2326577 w 5467350"/>
                <a:gd name="connsiteY36" fmla="*/ 5201889 h 5467350"/>
                <a:gd name="connsiteX37" fmla="*/ 2208371 w 5467350"/>
                <a:gd name="connsiteY37" fmla="*/ 5188458 h 5467350"/>
                <a:gd name="connsiteX38" fmla="*/ 2090642 w 5467350"/>
                <a:gd name="connsiteY38" fmla="*/ 5168646 h 5467350"/>
                <a:gd name="connsiteX39" fmla="*/ 1858613 w 5467350"/>
                <a:gd name="connsiteY39" fmla="*/ 5108544 h 5467350"/>
                <a:gd name="connsiteX40" fmla="*/ 1636395 w 5467350"/>
                <a:gd name="connsiteY40" fmla="*/ 5021676 h 5467350"/>
                <a:gd name="connsiteX41" fmla="*/ 1636205 w 5467350"/>
                <a:gd name="connsiteY41" fmla="*/ 5021580 h 5467350"/>
                <a:gd name="connsiteX42" fmla="*/ 1636014 w 5467350"/>
                <a:gd name="connsiteY42" fmla="*/ 5021485 h 5467350"/>
                <a:gd name="connsiteX43" fmla="*/ 1425512 w 5467350"/>
                <a:gd name="connsiteY43" fmla="*/ 4906518 h 5467350"/>
                <a:gd name="connsiteX44" fmla="*/ 1043273 w 5467350"/>
                <a:gd name="connsiteY44" fmla="*/ 4599528 h 5467350"/>
                <a:gd name="connsiteX45" fmla="*/ 872395 w 5467350"/>
                <a:gd name="connsiteY45" fmla="*/ 4414933 h 5467350"/>
                <a:gd name="connsiteX46" fmla="*/ 797909 w 5467350"/>
                <a:gd name="connsiteY46" fmla="*/ 4324636 h 5467350"/>
                <a:gd name="connsiteX47" fmla="*/ 791623 w 5467350"/>
                <a:gd name="connsiteY47" fmla="*/ 4316825 h 5467350"/>
                <a:gd name="connsiteX48" fmla="*/ 779145 w 5467350"/>
                <a:gd name="connsiteY48" fmla="*/ 4300728 h 5467350"/>
                <a:gd name="connsiteX49" fmla="*/ 714470 w 5467350"/>
                <a:gd name="connsiteY49" fmla="*/ 4215480 h 5467350"/>
                <a:gd name="connsiteX50" fmla="*/ 714280 w 5467350"/>
                <a:gd name="connsiteY50" fmla="*/ 4215289 h 5467350"/>
                <a:gd name="connsiteX51" fmla="*/ 714089 w 5467350"/>
                <a:gd name="connsiteY51" fmla="*/ 4215098 h 5467350"/>
                <a:gd name="connsiteX52" fmla="*/ 677132 w 5467350"/>
                <a:gd name="connsiteY52" fmla="*/ 4164806 h 5467350"/>
                <a:gd name="connsiteX53" fmla="*/ 635889 w 5467350"/>
                <a:gd name="connsiteY53" fmla="*/ 4108799 h 5467350"/>
                <a:gd name="connsiteX54" fmla="*/ 555212 w 5467350"/>
                <a:gd name="connsiteY54" fmla="*/ 4003358 h 5467350"/>
                <a:gd name="connsiteX55" fmla="*/ 491395 w 5467350"/>
                <a:gd name="connsiteY55" fmla="*/ 3921538 h 5467350"/>
                <a:gd name="connsiteX56" fmla="*/ 394907 w 5467350"/>
                <a:gd name="connsiteY56" fmla="*/ 3796760 h 5467350"/>
                <a:gd name="connsiteX57" fmla="*/ 318421 w 5467350"/>
                <a:gd name="connsiteY57" fmla="*/ 3692938 h 5467350"/>
                <a:gd name="connsiteX58" fmla="*/ 247650 w 5467350"/>
                <a:gd name="connsiteY58" fmla="*/ 3587115 h 5467350"/>
                <a:gd name="connsiteX59" fmla="*/ 183833 w 5467350"/>
                <a:gd name="connsiteY59" fmla="*/ 3478054 h 5467350"/>
                <a:gd name="connsiteX60" fmla="*/ 183642 w 5467350"/>
                <a:gd name="connsiteY60" fmla="*/ 3477673 h 5467350"/>
                <a:gd name="connsiteX61" fmla="*/ 183452 w 5467350"/>
                <a:gd name="connsiteY61" fmla="*/ 3477292 h 5467350"/>
                <a:gd name="connsiteX62" fmla="*/ 161925 w 5467350"/>
                <a:gd name="connsiteY62" fmla="*/ 3435572 h 5467350"/>
                <a:gd name="connsiteX63" fmla="*/ 155067 w 5467350"/>
                <a:gd name="connsiteY63" fmla="*/ 3421761 h 5467350"/>
                <a:gd name="connsiteX64" fmla="*/ 147542 w 5467350"/>
                <a:gd name="connsiteY64" fmla="*/ 3405378 h 5467350"/>
                <a:gd name="connsiteX65" fmla="*/ 129540 w 5467350"/>
                <a:gd name="connsiteY65" fmla="*/ 3364992 h 5467350"/>
                <a:gd name="connsiteX66" fmla="*/ 129350 w 5467350"/>
                <a:gd name="connsiteY66" fmla="*/ 3364611 h 5467350"/>
                <a:gd name="connsiteX67" fmla="*/ 129159 w 5467350"/>
                <a:gd name="connsiteY67" fmla="*/ 3364230 h 5467350"/>
                <a:gd name="connsiteX68" fmla="*/ 54769 w 5467350"/>
                <a:gd name="connsiteY68" fmla="*/ 3125343 h 5467350"/>
                <a:gd name="connsiteX69" fmla="*/ 30385 w 5467350"/>
                <a:gd name="connsiteY69" fmla="*/ 2875407 h 5467350"/>
                <a:gd name="connsiteX70" fmla="*/ 89059 w 5467350"/>
                <a:gd name="connsiteY70" fmla="*/ 2368487 h 5467350"/>
                <a:gd name="connsiteX71" fmla="*/ 161544 w 5467350"/>
                <a:gd name="connsiteY71" fmla="*/ 2123885 h 5467350"/>
                <a:gd name="connsiteX72" fmla="*/ 161735 w 5467350"/>
                <a:gd name="connsiteY72" fmla="*/ 2123504 h 5467350"/>
                <a:gd name="connsiteX73" fmla="*/ 161830 w 5467350"/>
                <a:gd name="connsiteY73" fmla="*/ 2123123 h 5467350"/>
                <a:gd name="connsiteX74" fmla="*/ 175736 w 5467350"/>
                <a:gd name="connsiteY74" fmla="*/ 2085499 h 5467350"/>
                <a:gd name="connsiteX75" fmla="*/ 184118 w 5467350"/>
                <a:gd name="connsiteY75" fmla="*/ 2063496 h 5467350"/>
                <a:gd name="connsiteX76" fmla="*/ 205835 w 5467350"/>
                <a:gd name="connsiteY76" fmla="*/ 2009299 h 5467350"/>
                <a:gd name="connsiteX77" fmla="*/ 207740 w 5467350"/>
                <a:gd name="connsiteY77" fmla="*/ 2004727 h 5467350"/>
                <a:gd name="connsiteX78" fmla="*/ 220123 w 5467350"/>
                <a:gd name="connsiteY78" fmla="*/ 1975580 h 5467350"/>
                <a:gd name="connsiteX79" fmla="*/ 233267 w 5467350"/>
                <a:gd name="connsiteY79" fmla="*/ 1946529 h 5467350"/>
                <a:gd name="connsiteX80" fmla="*/ 260033 w 5467350"/>
                <a:gd name="connsiteY80" fmla="*/ 1889189 h 5467350"/>
                <a:gd name="connsiteX81" fmla="*/ 260128 w 5467350"/>
                <a:gd name="connsiteY81" fmla="*/ 1888903 h 5467350"/>
                <a:gd name="connsiteX82" fmla="*/ 260223 w 5467350"/>
                <a:gd name="connsiteY82" fmla="*/ 1888617 h 5467350"/>
                <a:gd name="connsiteX83" fmla="*/ 382238 w 5467350"/>
                <a:gd name="connsiteY83" fmla="*/ 1665446 h 5467350"/>
                <a:gd name="connsiteX84" fmla="*/ 525590 w 5467350"/>
                <a:gd name="connsiteY84" fmla="*/ 1456373 h 5467350"/>
                <a:gd name="connsiteX85" fmla="*/ 862394 w 5467350"/>
                <a:gd name="connsiteY85" fmla="*/ 1080611 h 5467350"/>
                <a:gd name="connsiteX86" fmla="*/ 1051465 w 5467350"/>
                <a:gd name="connsiteY86" fmla="*/ 914686 h 5467350"/>
                <a:gd name="connsiteX87" fmla="*/ 1100042 w 5467350"/>
                <a:gd name="connsiteY87" fmla="*/ 875919 h 5467350"/>
                <a:gd name="connsiteX88" fmla="*/ 1108424 w 5467350"/>
                <a:gd name="connsiteY88" fmla="*/ 869347 h 5467350"/>
                <a:gd name="connsiteX89" fmla="*/ 1149858 w 5467350"/>
                <a:gd name="connsiteY89" fmla="*/ 837629 h 5467350"/>
                <a:gd name="connsiteX90" fmla="*/ 1150049 w 5467350"/>
                <a:gd name="connsiteY90" fmla="*/ 837438 h 5467350"/>
                <a:gd name="connsiteX91" fmla="*/ 1150239 w 5467350"/>
                <a:gd name="connsiteY91" fmla="*/ 837248 h 5467350"/>
                <a:gd name="connsiteX92" fmla="*/ 1251204 w 5467350"/>
                <a:gd name="connsiteY92" fmla="*/ 763429 h 5467350"/>
                <a:gd name="connsiteX93" fmla="*/ 1678305 w 5467350"/>
                <a:gd name="connsiteY93" fmla="*/ 507016 h 5467350"/>
                <a:gd name="connsiteX94" fmla="*/ 1903476 w 5467350"/>
                <a:gd name="connsiteY94" fmla="*/ 402622 h 5467350"/>
                <a:gd name="connsiteX95" fmla="*/ 2135410 w 5467350"/>
                <a:gd name="connsiteY95" fmla="*/ 316325 h 5467350"/>
                <a:gd name="connsiteX96" fmla="*/ 2373059 w 5467350"/>
                <a:gd name="connsiteY96" fmla="*/ 248698 h 5467350"/>
                <a:gd name="connsiteX97" fmla="*/ 2615089 w 5467350"/>
                <a:gd name="connsiteY97" fmla="*/ 201454 h 5467350"/>
                <a:gd name="connsiteX98" fmla="*/ 3000566 w 5467350"/>
                <a:gd name="connsiteY98" fmla="*/ 172784 h 5467350"/>
                <a:gd name="connsiteX99" fmla="*/ 3107436 w 5467350"/>
                <a:gd name="connsiteY99" fmla="*/ 175069 h 5467350"/>
                <a:gd name="connsiteX100" fmla="*/ 3352229 w 5467350"/>
                <a:gd name="connsiteY100" fmla="*/ 196406 h 5467350"/>
                <a:gd name="connsiteX101" fmla="*/ 3594926 w 5467350"/>
                <a:gd name="connsiteY101" fmla="*/ 243935 h 5467350"/>
                <a:gd name="connsiteX102" fmla="*/ 4058412 w 5467350"/>
                <a:gd name="connsiteY102" fmla="*/ 423482 h 5467350"/>
                <a:gd name="connsiteX103" fmla="*/ 4270915 w 5467350"/>
                <a:gd name="connsiteY103" fmla="*/ 556165 h 5467350"/>
                <a:gd name="connsiteX104" fmla="*/ 4465225 w 5467350"/>
                <a:gd name="connsiteY104" fmla="*/ 715328 h 5467350"/>
                <a:gd name="connsiteX105" fmla="*/ 4791742 w 5467350"/>
                <a:gd name="connsiteY105" fmla="*/ 1099566 h 5467350"/>
                <a:gd name="connsiteX106" fmla="*/ 4922615 w 5467350"/>
                <a:gd name="connsiteY106" fmla="*/ 1317212 h 546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5467350" h="5467350">
                  <a:moveTo>
                    <a:pt x="2733675" y="0"/>
                  </a:moveTo>
                  <a:cubicBezTo>
                    <a:pt x="1223867" y="0"/>
                    <a:pt x="0" y="1223867"/>
                    <a:pt x="0" y="2733675"/>
                  </a:cubicBezTo>
                  <a:cubicBezTo>
                    <a:pt x="0" y="4243483"/>
                    <a:pt x="1223867" y="5467350"/>
                    <a:pt x="2733675" y="5467350"/>
                  </a:cubicBezTo>
                  <a:cubicBezTo>
                    <a:pt x="4243483" y="5467350"/>
                    <a:pt x="5467350" y="4243483"/>
                    <a:pt x="5467350" y="2733675"/>
                  </a:cubicBezTo>
                  <a:cubicBezTo>
                    <a:pt x="5467350" y="1223867"/>
                    <a:pt x="4243483" y="0"/>
                    <a:pt x="2733675" y="0"/>
                  </a:cubicBezTo>
                  <a:close/>
                  <a:moveTo>
                    <a:pt x="4922615" y="1317212"/>
                  </a:moveTo>
                  <a:cubicBezTo>
                    <a:pt x="4943189" y="1356170"/>
                    <a:pt x="4962430" y="1394365"/>
                    <a:pt x="4979765" y="1430941"/>
                  </a:cubicBezTo>
                  <a:cubicBezTo>
                    <a:pt x="4997482" y="1468755"/>
                    <a:pt x="5014817" y="1507903"/>
                    <a:pt x="5031105" y="1547146"/>
                  </a:cubicBezTo>
                  <a:cubicBezTo>
                    <a:pt x="5093875" y="1697641"/>
                    <a:pt x="5145691" y="1860709"/>
                    <a:pt x="5185029" y="2031873"/>
                  </a:cubicBezTo>
                  <a:cubicBezTo>
                    <a:pt x="5220939" y="2188464"/>
                    <a:pt x="5246656" y="2357723"/>
                    <a:pt x="5261610" y="2535079"/>
                  </a:cubicBezTo>
                  <a:cubicBezTo>
                    <a:pt x="5268278" y="2616803"/>
                    <a:pt x="5272564" y="2702338"/>
                    <a:pt x="5274183" y="2789206"/>
                  </a:cubicBezTo>
                  <a:cubicBezTo>
                    <a:pt x="5274660" y="2804541"/>
                    <a:pt x="5274755" y="2819876"/>
                    <a:pt x="5274755" y="2834831"/>
                  </a:cubicBezTo>
                  <a:cubicBezTo>
                    <a:pt x="5274755" y="2840927"/>
                    <a:pt x="5274850" y="2846928"/>
                    <a:pt x="5274850" y="2853023"/>
                  </a:cubicBezTo>
                  <a:cubicBezTo>
                    <a:pt x="5275136" y="2872740"/>
                    <a:pt x="5274850" y="2891885"/>
                    <a:pt x="5274564" y="2910554"/>
                  </a:cubicBezTo>
                  <a:lnTo>
                    <a:pt x="5274469" y="2915222"/>
                  </a:lnTo>
                  <a:cubicBezTo>
                    <a:pt x="5273421" y="2956751"/>
                    <a:pt x="5271040" y="2997422"/>
                    <a:pt x="5267325" y="3035713"/>
                  </a:cubicBezTo>
                  <a:cubicBezTo>
                    <a:pt x="5251514" y="3197066"/>
                    <a:pt x="5209032" y="3349181"/>
                    <a:pt x="5141119" y="3487674"/>
                  </a:cubicBezTo>
                  <a:cubicBezTo>
                    <a:pt x="5108639" y="3554730"/>
                    <a:pt x="5069205" y="3620643"/>
                    <a:pt x="5020342" y="3689509"/>
                  </a:cubicBezTo>
                  <a:cubicBezTo>
                    <a:pt x="4977003" y="3750088"/>
                    <a:pt x="4926997" y="3810762"/>
                    <a:pt x="4867656" y="3874865"/>
                  </a:cubicBezTo>
                  <a:cubicBezTo>
                    <a:pt x="4770215" y="3979450"/>
                    <a:pt x="4656297" y="4083177"/>
                    <a:pt x="4498467" y="4210907"/>
                  </a:cubicBezTo>
                  <a:cubicBezTo>
                    <a:pt x="4420839" y="4273773"/>
                    <a:pt x="4339400" y="4337114"/>
                    <a:pt x="4260723" y="4398359"/>
                  </a:cubicBezTo>
                  <a:cubicBezTo>
                    <a:pt x="4204240" y="4442365"/>
                    <a:pt x="4145756" y="4487799"/>
                    <a:pt x="4088130" y="4533519"/>
                  </a:cubicBezTo>
                  <a:lnTo>
                    <a:pt x="3985736" y="4615434"/>
                  </a:lnTo>
                  <a:cubicBezTo>
                    <a:pt x="3953828" y="4640675"/>
                    <a:pt x="3919442" y="4667822"/>
                    <a:pt x="3885343" y="4693730"/>
                  </a:cubicBezTo>
                  <a:cubicBezTo>
                    <a:pt x="3807619" y="4752975"/>
                    <a:pt x="3742944" y="4799933"/>
                    <a:pt x="3681984" y="4841463"/>
                  </a:cubicBezTo>
                  <a:cubicBezTo>
                    <a:pt x="3607880" y="4891945"/>
                    <a:pt x="3539871" y="4934426"/>
                    <a:pt x="3473958" y="4971383"/>
                  </a:cubicBezTo>
                  <a:cubicBezTo>
                    <a:pt x="3397377" y="5014627"/>
                    <a:pt x="3327273" y="5049393"/>
                    <a:pt x="3259550" y="5077683"/>
                  </a:cubicBezTo>
                  <a:cubicBezTo>
                    <a:pt x="3111913" y="5140071"/>
                    <a:pt x="2959989" y="5181124"/>
                    <a:pt x="2808065" y="5199698"/>
                  </a:cubicBezTo>
                  <a:cubicBezTo>
                    <a:pt x="2761298" y="5205222"/>
                    <a:pt x="2725198" y="5208365"/>
                    <a:pt x="2691289" y="5209889"/>
                  </a:cubicBezTo>
                  <a:lnTo>
                    <a:pt x="2661476" y="5211414"/>
                  </a:lnTo>
                  <a:lnTo>
                    <a:pt x="2631853" y="5212176"/>
                  </a:lnTo>
                  <a:lnTo>
                    <a:pt x="2631567" y="5212176"/>
                  </a:lnTo>
                  <a:lnTo>
                    <a:pt x="2631281" y="5212176"/>
                  </a:lnTo>
                  <a:cubicBezTo>
                    <a:pt x="2622518" y="5212556"/>
                    <a:pt x="2612803" y="5212652"/>
                    <a:pt x="2599754" y="5212652"/>
                  </a:cubicBezTo>
                  <a:cubicBezTo>
                    <a:pt x="2594324" y="5212652"/>
                    <a:pt x="2588990" y="5212652"/>
                    <a:pt x="2583561" y="5212556"/>
                  </a:cubicBezTo>
                  <a:lnTo>
                    <a:pt x="2571274" y="5212556"/>
                  </a:lnTo>
                  <a:cubicBezTo>
                    <a:pt x="2483644" y="5212366"/>
                    <a:pt x="2403634" y="5208937"/>
                    <a:pt x="2326577" y="5201889"/>
                  </a:cubicBezTo>
                  <a:cubicBezTo>
                    <a:pt x="2286286" y="5198269"/>
                    <a:pt x="2246471" y="5193793"/>
                    <a:pt x="2208371" y="5188458"/>
                  </a:cubicBezTo>
                  <a:cubicBezTo>
                    <a:pt x="2167795" y="5182743"/>
                    <a:pt x="2128076" y="5176076"/>
                    <a:pt x="2090642" y="5168646"/>
                  </a:cubicBezTo>
                  <a:cubicBezTo>
                    <a:pt x="2009299" y="5152168"/>
                    <a:pt x="1931194" y="5131880"/>
                    <a:pt x="1858613" y="5108544"/>
                  </a:cubicBezTo>
                  <a:cubicBezTo>
                    <a:pt x="1779746" y="5083207"/>
                    <a:pt x="1704975" y="5053965"/>
                    <a:pt x="1636395" y="5021676"/>
                  </a:cubicBezTo>
                  <a:lnTo>
                    <a:pt x="1636205" y="5021580"/>
                  </a:lnTo>
                  <a:lnTo>
                    <a:pt x="1636014" y="5021485"/>
                  </a:lnTo>
                  <a:cubicBezTo>
                    <a:pt x="1568577" y="4990719"/>
                    <a:pt x="1499807" y="4953096"/>
                    <a:pt x="1425512" y="4906518"/>
                  </a:cubicBezTo>
                  <a:cubicBezTo>
                    <a:pt x="1294257" y="4823556"/>
                    <a:pt x="1165574" y="4720209"/>
                    <a:pt x="1043273" y="4599528"/>
                  </a:cubicBezTo>
                  <a:cubicBezTo>
                    <a:pt x="985838" y="4542568"/>
                    <a:pt x="928307" y="4480465"/>
                    <a:pt x="872395" y="4414933"/>
                  </a:cubicBezTo>
                  <a:cubicBezTo>
                    <a:pt x="846963" y="4385501"/>
                    <a:pt x="822103" y="4354545"/>
                    <a:pt x="797909" y="4324636"/>
                  </a:cubicBezTo>
                  <a:lnTo>
                    <a:pt x="791623" y="4316825"/>
                  </a:lnTo>
                  <a:lnTo>
                    <a:pt x="779145" y="4300728"/>
                  </a:lnTo>
                  <a:cubicBezTo>
                    <a:pt x="757619" y="4272915"/>
                    <a:pt x="735330" y="4244150"/>
                    <a:pt x="714470" y="4215480"/>
                  </a:cubicBezTo>
                  <a:lnTo>
                    <a:pt x="714280" y="4215289"/>
                  </a:lnTo>
                  <a:lnTo>
                    <a:pt x="714089" y="4215098"/>
                  </a:lnTo>
                  <a:cubicBezTo>
                    <a:pt x="701993" y="4199001"/>
                    <a:pt x="689896" y="4182332"/>
                    <a:pt x="677132" y="4164806"/>
                  </a:cubicBezTo>
                  <a:cubicBezTo>
                    <a:pt x="663702" y="4146328"/>
                    <a:pt x="649796" y="4127183"/>
                    <a:pt x="635889" y="4108799"/>
                  </a:cubicBezTo>
                  <a:cubicBezTo>
                    <a:pt x="606647" y="4069842"/>
                    <a:pt x="577406" y="4032028"/>
                    <a:pt x="555212" y="4003358"/>
                  </a:cubicBezTo>
                  <a:cubicBezTo>
                    <a:pt x="534067" y="3975926"/>
                    <a:pt x="512350" y="3948303"/>
                    <a:pt x="491395" y="3921538"/>
                  </a:cubicBezTo>
                  <a:cubicBezTo>
                    <a:pt x="459486" y="3880771"/>
                    <a:pt x="426434" y="3838575"/>
                    <a:pt x="394907" y="3796760"/>
                  </a:cubicBezTo>
                  <a:cubicBezTo>
                    <a:pt x="370142" y="3763804"/>
                    <a:pt x="343853" y="3728752"/>
                    <a:pt x="318421" y="3692938"/>
                  </a:cubicBezTo>
                  <a:cubicBezTo>
                    <a:pt x="291370" y="3653981"/>
                    <a:pt x="268796" y="3620929"/>
                    <a:pt x="247650" y="3587115"/>
                  </a:cubicBezTo>
                  <a:cubicBezTo>
                    <a:pt x="220504" y="3544157"/>
                    <a:pt x="200882" y="3510534"/>
                    <a:pt x="183833" y="3478054"/>
                  </a:cubicBezTo>
                  <a:lnTo>
                    <a:pt x="183642" y="3477673"/>
                  </a:lnTo>
                  <a:lnTo>
                    <a:pt x="183452" y="3477292"/>
                  </a:lnTo>
                  <a:cubicBezTo>
                    <a:pt x="176022" y="3463766"/>
                    <a:pt x="169164" y="3450050"/>
                    <a:pt x="161925" y="3435572"/>
                  </a:cubicBezTo>
                  <a:cubicBezTo>
                    <a:pt x="159639" y="3431000"/>
                    <a:pt x="157353" y="3426428"/>
                    <a:pt x="155067" y="3421761"/>
                  </a:cubicBezTo>
                  <a:cubicBezTo>
                    <a:pt x="152591" y="3416237"/>
                    <a:pt x="150019" y="3410807"/>
                    <a:pt x="147542" y="3405378"/>
                  </a:cubicBezTo>
                  <a:cubicBezTo>
                    <a:pt x="141065" y="3391472"/>
                    <a:pt x="134969" y="3378327"/>
                    <a:pt x="129540" y="3364992"/>
                  </a:cubicBezTo>
                  <a:lnTo>
                    <a:pt x="129350" y="3364611"/>
                  </a:lnTo>
                  <a:lnTo>
                    <a:pt x="129159" y="3364230"/>
                  </a:lnTo>
                  <a:cubicBezTo>
                    <a:pt x="97155" y="3290126"/>
                    <a:pt x="72200" y="3209735"/>
                    <a:pt x="54769" y="3125343"/>
                  </a:cubicBezTo>
                  <a:cubicBezTo>
                    <a:pt x="39148" y="3045619"/>
                    <a:pt x="30956" y="2961323"/>
                    <a:pt x="30385" y="2875407"/>
                  </a:cubicBezTo>
                  <a:cubicBezTo>
                    <a:pt x="30290" y="2705576"/>
                    <a:pt x="50102" y="2534984"/>
                    <a:pt x="89059" y="2368487"/>
                  </a:cubicBezTo>
                  <a:cubicBezTo>
                    <a:pt x="107728" y="2287619"/>
                    <a:pt x="132112" y="2205323"/>
                    <a:pt x="161544" y="2123885"/>
                  </a:cubicBezTo>
                  <a:lnTo>
                    <a:pt x="161735" y="2123504"/>
                  </a:lnTo>
                  <a:lnTo>
                    <a:pt x="161830" y="2123123"/>
                  </a:lnTo>
                  <a:cubicBezTo>
                    <a:pt x="166021" y="2110740"/>
                    <a:pt x="170688" y="2098453"/>
                    <a:pt x="175736" y="2085499"/>
                  </a:cubicBezTo>
                  <a:cubicBezTo>
                    <a:pt x="178594" y="2078164"/>
                    <a:pt x="181356" y="2070830"/>
                    <a:pt x="184118" y="2063496"/>
                  </a:cubicBezTo>
                  <a:cubicBezTo>
                    <a:pt x="190786" y="2045494"/>
                    <a:pt x="198120" y="2027873"/>
                    <a:pt x="205835" y="2009299"/>
                  </a:cubicBezTo>
                  <a:lnTo>
                    <a:pt x="207740" y="2004727"/>
                  </a:lnTo>
                  <a:lnTo>
                    <a:pt x="220123" y="1975580"/>
                  </a:lnTo>
                  <a:lnTo>
                    <a:pt x="233267" y="1946529"/>
                  </a:lnTo>
                  <a:cubicBezTo>
                    <a:pt x="240983" y="1929289"/>
                    <a:pt x="250127" y="1909096"/>
                    <a:pt x="260033" y="1889189"/>
                  </a:cubicBezTo>
                  <a:lnTo>
                    <a:pt x="260128" y="1888903"/>
                  </a:lnTo>
                  <a:lnTo>
                    <a:pt x="260223" y="1888617"/>
                  </a:lnTo>
                  <a:cubicBezTo>
                    <a:pt x="293751" y="1818513"/>
                    <a:pt x="333661" y="1745552"/>
                    <a:pt x="382238" y="1665446"/>
                  </a:cubicBezTo>
                  <a:cubicBezTo>
                    <a:pt x="425577" y="1595533"/>
                    <a:pt x="473869" y="1525143"/>
                    <a:pt x="525590" y="1456373"/>
                  </a:cubicBezTo>
                  <a:cubicBezTo>
                    <a:pt x="625507" y="1323594"/>
                    <a:pt x="738759" y="1197197"/>
                    <a:pt x="862394" y="1080611"/>
                  </a:cubicBezTo>
                  <a:cubicBezTo>
                    <a:pt x="919163" y="1026700"/>
                    <a:pt x="980980" y="972407"/>
                    <a:pt x="1051465" y="914686"/>
                  </a:cubicBezTo>
                  <a:cubicBezTo>
                    <a:pt x="1065657" y="903065"/>
                    <a:pt x="1082421" y="889349"/>
                    <a:pt x="1100042" y="875919"/>
                  </a:cubicBezTo>
                  <a:lnTo>
                    <a:pt x="1108424" y="869347"/>
                  </a:lnTo>
                  <a:cubicBezTo>
                    <a:pt x="1121950" y="858774"/>
                    <a:pt x="1135952" y="847915"/>
                    <a:pt x="1149858" y="837629"/>
                  </a:cubicBezTo>
                  <a:lnTo>
                    <a:pt x="1150049" y="837438"/>
                  </a:lnTo>
                  <a:lnTo>
                    <a:pt x="1150239" y="837248"/>
                  </a:lnTo>
                  <a:cubicBezTo>
                    <a:pt x="1186625" y="809339"/>
                    <a:pt x="1223296" y="783146"/>
                    <a:pt x="1251204" y="763429"/>
                  </a:cubicBezTo>
                  <a:cubicBezTo>
                    <a:pt x="1386554" y="668560"/>
                    <a:pt x="1530287" y="582359"/>
                    <a:pt x="1678305" y="507016"/>
                  </a:cubicBezTo>
                  <a:cubicBezTo>
                    <a:pt x="1751933" y="469583"/>
                    <a:pt x="1827657" y="434435"/>
                    <a:pt x="1903476" y="402622"/>
                  </a:cubicBezTo>
                  <a:cubicBezTo>
                    <a:pt x="1979009" y="371094"/>
                    <a:pt x="2057019" y="342043"/>
                    <a:pt x="2135410" y="316325"/>
                  </a:cubicBezTo>
                  <a:cubicBezTo>
                    <a:pt x="2210372" y="291656"/>
                    <a:pt x="2290382" y="268891"/>
                    <a:pt x="2373059" y="248698"/>
                  </a:cubicBezTo>
                  <a:cubicBezTo>
                    <a:pt x="2449925" y="230219"/>
                    <a:pt x="2531364" y="214313"/>
                    <a:pt x="2615089" y="201454"/>
                  </a:cubicBezTo>
                  <a:cubicBezTo>
                    <a:pt x="2743772" y="182404"/>
                    <a:pt x="2873597" y="172784"/>
                    <a:pt x="3000566" y="172784"/>
                  </a:cubicBezTo>
                  <a:cubicBezTo>
                    <a:pt x="3036094" y="172784"/>
                    <a:pt x="3072003" y="173546"/>
                    <a:pt x="3107436" y="175069"/>
                  </a:cubicBezTo>
                  <a:cubicBezTo>
                    <a:pt x="3189828" y="178118"/>
                    <a:pt x="3272123" y="185261"/>
                    <a:pt x="3352229" y="196406"/>
                  </a:cubicBezTo>
                  <a:cubicBezTo>
                    <a:pt x="3434620" y="207931"/>
                    <a:pt x="3516249" y="223933"/>
                    <a:pt x="3594926" y="243935"/>
                  </a:cubicBezTo>
                  <a:cubicBezTo>
                    <a:pt x="3759613" y="285750"/>
                    <a:pt x="3915537" y="346139"/>
                    <a:pt x="4058412" y="423482"/>
                  </a:cubicBezTo>
                  <a:cubicBezTo>
                    <a:pt x="4128230" y="460820"/>
                    <a:pt x="4199668" y="505397"/>
                    <a:pt x="4270915" y="556165"/>
                  </a:cubicBezTo>
                  <a:cubicBezTo>
                    <a:pt x="4337971" y="604552"/>
                    <a:pt x="4403408" y="658178"/>
                    <a:pt x="4465225" y="715328"/>
                  </a:cubicBezTo>
                  <a:cubicBezTo>
                    <a:pt x="4587621" y="829342"/>
                    <a:pt x="4697540" y="958691"/>
                    <a:pt x="4791742" y="1099566"/>
                  </a:cubicBezTo>
                  <a:cubicBezTo>
                    <a:pt x="4840129" y="1171004"/>
                    <a:pt x="4883944" y="1244156"/>
                    <a:pt x="4922615" y="1317212"/>
                  </a:cubicBezTo>
                  <a:close/>
                </a:path>
              </a:pathLst>
            </a:custGeom>
            <a:ln w="9525" cap="flat">
              <a:noFill/>
              <a:prstDash val="solid"/>
              <a:miter/>
            </a:ln>
          </p:spPr>
          <p:txBody>
            <a:bodyPr rtlCol="0" anchor="ctr"/>
            <a:lstStyle/>
            <a:p>
              <a:endParaRPr lang="en-US"/>
            </a:p>
          </p:txBody>
        </p:sp>
      </p:grpSp>
      <p:sp>
        <p:nvSpPr>
          <p:cNvPr id="3" name="内容占位符 2">
            <a:extLst>
              <a:ext uri="{FF2B5EF4-FFF2-40B4-BE49-F238E27FC236}">
                <a16:creationId xmlns:a16="http://schemas.microsoft.com/office/drawing/2014/main" id="{5B29701D-5B84-EA5D-5B16-506F95622E09}"/>
              </a:ext>
            </a:extLst>
          </p:cNvPr>
          <p:cNvSpPr>
            <a:spLocks noGrp="1"/>
          </p:cNvSpPr>
          <p:nvPr>
            <p:ph idx="1"/>
          </p:nvPr>
        </p:nvSpPr>
        <p:spPr>
          <a:xfrm>
            <a:off x="7125519" y="2421682"/>
            <a:ext cx="4433154" cy="3639289"/>
          </a:xfrm>
        </p:spPr>
        <p:txBody>
          <a:bodyPr anchor="ctr">
            <a:normAutofit/>
          </a:bodyPr>
          <a:lstStyle/>
          <a:p>
            <a:r>
              <a:rPr lang="en-US" altLang="zh-CN" sz="1600" dirty="0">
                <a:solidFill>
                  <a:schemeClr val="tx2"/>
                </a:solidFill>
                <a:latin typeface="Calibri" panose="020F0502020204030204" pitchFamily="34" charset="0"/>
                <a:cs typeface="Calibri" panose="020F0502020204030204" pitchFamily="34" charset="0"/>
              </a:rPr>
              <a:t>Wardrobe Dehumidifier</a:t>
            </a:r>
          </a:p>
          <a:p>
            <a:r>
              <a:rPr lang="en-US" altLang="zh-CN" sz="1600" dirty="0">
                <a:solidFill>
                  <a:schemeClr val="tx2"/>
                </a:solidFill>
                <a:latin typeface="Calibri" panose="020F0502020204030204" pitchFamily="34" charset="0"/>
                <a:cs typeface="Calibri" panose="020F0502020204030204" pitchFamily="34" charset="0"/>
              </a:rPr>
              <a:t>Mirror Cabinet (Multifunctional intelligent mirror)</a:t>
            </a:r>
          </a:p>
          <a:p>
            <a:r>
              <a:rPr lang="en-US" altLang="zh-CN" sz="1600" dirty="0">
                <a:solidFill>
                  <a:schemeClr val="tx2"/>
                </a:solidFill>
                <a:latin typeface="Calibri" panose="020F0502020204030204" pitchFamily="34" charset="0"/>
                <a:cs typeface="Calibri" panose="020F0502020204030204" pitchFamily="34" charset="0"/>
              </a:rPr>
              <a:t>Glass Door: Aluminum frame glass door. Glass colors available: Black, White, Brown, Gray, and other customized colors</a:t>
            </a:r>
          </a:p>
          <a:p>
            <a:r>
              <a:rPr lang="en-US" altLang="zh-CN" sz="1600" dirty="0">
                <a:solidFill>
                  <a:schemeClr val="tx2"/>
                </a:solidFill>
                <a:latin typeface="Calibri" panose="020F0502020204030204" pitchFamily="34" charset="0"/>
                <a:cs typeface="Calibri" panose="020F0502020204030204" pitchFamily="34" charset="0"/>
              </a:rPr>
              <a:t>Lighting System: light strip, transformer, hand swept induction switch</a:t>
            </a:r>
          </a:p>
        </p:txBody>
      </p:sp>
    </p:spTree>
    <p:extLst>
      <p:ext uri="{BB962C8B-B14F-4D97-AF65-F5344CB8AC3E}">
        <p14:creationId xmlns:p14="http://schemas.microsoft.com/office/powerpoint/2010/main" val="728502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C438EBF2-4C4A-FFB6-F4D9-99937EF0F298}"/>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altLang="zh-CN" sz="3200" kern="1200" dirty="0">
                <a:solidFill>
                  <a:schemeClr val="bg1"/>
                </a:solidFill>
                <a:latin typeface="+mj-lt"/>
                <a:ea typeface="+mj-ea"/>
                <a:cs typeface="+mj-cs"/>
              </a:rPr>
              <a:t>Details Introduction-Glass Door</a:t>
            </a:r>
          </a:p>
        </p:txBody>
      </p:sp>
      <p:pic>
        <p:nvPicPr>
          <p:cNvPr id="7" name="图片 6" descr="图形用户界面, 文本, 信件&#10;&#10;描述已自动生成">
            <a:extLst>
              <a:ext uri="{FF2B5EF4-FFF2-40B4-BE49-F238E27FC236}">
                <a16:creationId xmlns:a16="http://schemas.microsoft.com/office/drawing/2014/main" id="{3311701D-26AC-10A6-7FB1-FBC1AC7727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0592" y="1462602"/>
            <a:ext cx="10690815" cy="5265227"/>
          </a:xfrm>
          <a:prstGeom prst="rect">
            <a:avLst/>
          </a:prstGeom>
        </p:spPr>
      </p:pic>
    </p:spTree>
    <p:extLst>
      <p:ext uri="{BB962C8B-B14F-4D97-AF65-F5344CB8AC3E}">
        <p14:creationId xmlns:p14="http://schemas.microsoft.com/office/powerpoint/2010/main" val="3376815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72EED7-A962-95A6-F326-CE3CCAE077D7}"/>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5B251810-DFD5-40C8-37D7-647AAB00F036}"/>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altLang="zh-CN" sz="3200" kern="1200">
                <a:solidFill>
                  <a:schemeClr val="bg1"/>
                </a:solidFill>
                <a:latin typeface="+mj-lt"/>
                <a:ea typeface="+mj-ea"/>
                <a:cs typeface="+mj-cs"/>
              </a:rPr>
              <a:t>Details Introduction-Handle</a:t>
            </a:r>
          </a:p>
        </p:txBody>
      </p:sp>
      <p:pic>
        <p:nvPicPr>
          <p:cNvPr id="4" name="图片 3" descr="图形用户界面&#10;&#10;描述已自动生成">
            <a:extLst>
              <a:ext uri="{FF2B5EF4-FFF2-40B4-BE49-F238E27FC236}">
                <a16:creationId xmlns:a16="http://schemas.microsoft.com/office/drawing/2014/main" id="{DB080844-6FFF-897E-9977-F3D4FD0CAD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980" y="1628403"/>
            <a:ext cx="11680040" cy="4701216"/>
          </a:xfrm>
          <a:prstGeom prst="rect">
            <a:avLst/>
          </a:prstGeom>
        </p:spPr>
      </p:pic>
    </p:spTree>
    <p:extLst>
      <p:ext uri="{BB962C8B-B14F-4D97-AF65-F5344CB8AC3E}">
        <p14:creationId xmlns:p14="http://schemas.microsoft.com/office/powerpoint/2010/main" val="97825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DB5E65-7DAE-BE85-5F77-032D743BDEF4}"/>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519FCE6F-BF20-BB9A-1DB9-6E09B079163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altLang="zh-CN" sz="3200" kern="1200">
                <a:solidFill>
                  <a:schemeClr val="bg1"/>
                </a:solidFill>
                <a:latin typeface="+mj-lt"/>
                <a:ea typeface="+mj-ea"/>
                <a:cs typeface="+mj-cs"/>
              </a:rPr>
              <a:t>Details Introduction-Kitchen Hardware</a:t>
            </a:r>
          </a:p>
        </p:txBody>
      </p:sp>
      <p:pic>
        <p:nvPicPr>
          <p:cNvPr id="4" name="图片 3" descr="表格&#10;&#10;描述已自动生成">
            <a:extLst>
              <a:ext uri="{FF2B5EF4-FFF2-40B4-BE49-F238E27FC236}">
                <a16:creationId xmlns:a16="http://schemas.microsoft.com/office/drawing/2014/main" id="{619EC24C-5B19-38C4-CAAA-A30442FC6B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544" y="1445526"/>
            <a:ext cx="9606911" cy="5283801"/>
          </a:xfrm>
          <a:prstGeom prst="rect">
            <a:avLst/>
          </a:prstGeom>
        </p:spPr>
      </p:pic>
    </p:spTree>
    <p:extLst>
      <p:ext uri="{BB962C8B-B14F-4D97-AF65-F5344CB8AC3E}">
        <p14:creationId xmlns:p14="http://schemas.microsoft.com/office/powerpoint/2010/main" val="2042800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738484-C40B-4771-77E2-68D66686FEC6}"/>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F54EF728-377B-1CEB-7E7E-360397C9047A}"/>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altLang="zh-CN" sz="3200" kern="1200">
                <a:solidFill>
                  <a:schemeClr val="bg1"/>
                </a:solidFill>
                <a:latin typeface="+mj-lt"/>
                <a:ea typeface="+mj-ea"/>
                <a:cs typeface="+mj-cs"/>
              </a:rPr>
              <a:t>Details Introduction-Functional Hardware</a:t>
            </a:r>
          </a:p>
        </p:txBody>
      </p:sp>
      <p:pic>
        <p:nvPicPr>
          <p:cNvPr id="5" name="图片 4" descr="图片包含 图形用户界面&#10;&#10;描述已自动生成">
            <a:extLst>
              <a:ext uri="{FF2B5EF4-FFF2-40B4-BE49-F238E27FC236}">
                <a16:creationId xmlns:a16="http://schemas.microsoft.com/office/drawing/2014/main" id="{433C2CC0-6EE5-3941-819D-376A74873D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6636" y="1407538"/>
            <a:ext cx="8310716" cy="5381189"/>
          </a:xfrm>
          <a:prstGeom prst="rect">
            <a:avLst/>
          </a:prstGeom>
        </p:spPr>
      </p:pic>
    </p:spTree>
    <p:extLst>
      <p:ext uri="{BB962C8B-B14F-4D97-AF65-F5344CB8AC3E}">
        <p14:creationId xmlns:p14="http://schemas.microsoft.com/office/powerpoint/2010/main" val="2161127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7C3DB6CE-B855-4AD2-8FB5-3C271542C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图片 15">
            <a:extLst>
              <a:ext uri="{FF2B5EF4-FFF2-40B4-BE49-F238E27FC236}">
                <a16:creationId xmlns:a16="http://schemas.microsoft.com/office/drawing/2014/main" id="{D127CBDC-D227-471D-EF43-DF3D7AFE2A1B}"/>
              </a:ext>
            </a:extLst>
          </p:cNvPr>
          <p:cNvPicPr>
            <a:picLocks noChangeAspect="1"/>
          </p:cNvPicPr>
          <p:nvPr/>
        </p:nvPicPr>
        <p:blipFill>
          <a:blip r:embed="rId2">
            <a:alphaModFix amt="40000"/>
            <a:extLst>
              <a:ext uri="{28A0092B-C50C-407E-A947-70E740481C1C}">
                <a14:useLocalDpi xmlns:a14="http://schemas.microsoft.com/office/drawing/2010/main" val="0"/>
              </a:ext>
            </a:extLst>
          </a:blip>
          <a:srcRect t="23450" b="20300"/>
          <a:stretch/>
        </p:blipFill>
        <p:spPr>
          <a:xfrm>
            <a:off x="0" y="9037"/>
            <a:ext cx="12192000" cy="6858000"/>
          </a:xfrm>
          <a:prstGeom prst="rect">
            <a:avLst/>
          </a:prstGeom>
        </p:spPr>
      </p:pic>
      <p:sp>
        <p:nvSpPr>
          <p:cNvPr id="2" name="标题 1">
            <a:extLst>
              <a:ext uri="{FF2B5EF4-FFF2-40B4-BE49-F238E27FC236}">
                <a16:creationId xmlns:a16="http://schemas.microsoft.com/office/drawing/2014/main" id="{6827619C-676F-A5B4-0C27-8C1302FF850D}"/>
              </a:ext>
            </a:extLst>
          </p:cNvPr>
          <p:cNvSpPr>
            <a:spLocks noGrp="1"/>
          </p:cNvSpPr>
          <p:nvPr>
            <p:ph type="title"/>
          </p:nvPr>
        </p:nvSpPr>
        <p:spPr>
          <a:xfrm>
            <a:off x="783445" y="2851291"/>
            <a:ext cx="4797354" cy="1155411"/>
          </a:xfrm>
        </p:spPr>
        <p:txBody>
          <a:bodyPr vert="horz" lIns="91440" tIns="45720" rIns="91440" bIns="45720" rtlCol="0" anchor="b">
            <a:normAutofit/>
          </a:bodyPr>
          <a:lstStyle/>
          <a:p>
            <a:r>
              <a:rPr lang="en-US" altLang="zh-CN" kern="1200" dirty="0">
                <a:solidFill>
                  <a:schemeClr val="tx1"/>
                </a:solidFill>
                <a:latin typeface="Calibri" panose="020F0502020204030204" pitchFamily="34" charset="0"/>
                <a:cs typeface="Calibri" panose="020F0502020204030204" pitchFamily="34" charset="0"/>
              </a:rPr>
              <a:t>Our factory in China</a:t>
            </a:r>
          </a:p>
        </p:txBody>
      </p:sp>
      <p:pic>
        <p:nvPicPr>
          <p:cNvPr id="13" name="图片 12">
            <a:extLst>
              <a:ext uri="{FF2B5EF4-FFF2-40B4-BE49-F238E27FC236}">
                <a16:creationId xmlns:a16="http://schemas.microsoft.com/office/drawing/2014/main" id="{AAD87DEB-F278-BB02-CCB6-E8834D244DD1}"/>
              </a:ext>
            </a:extLst>
          </p:cNvPr>
          <p:cNvPicPr>
            <a:picLocks noChangeAspect="1"/>
          </p:cNvPicPr>
          <p:nvPr/>
        </p:nvPicPr>
        <p:blipFill>
          <a:blip r:embed="rId3">
            <a:extLst>
              <a:ext uri="{28A0092B-C50C-407E-A947-70E740481C1C}">
                <a14:useLocalDpi xmlns:a14="http://schemas.microsoft.com/office/drawing/2010/main" val="0"/>
              </a:ext>
            </a:extLst>
          </a:blip>
          <a:srcRect t="17513" b="17513"/>
          <a:stretch/>
        </p:blipFill>
        <p:spPr>
          <a:xfrm>
            <a:off x="6912802" y="9037"/>
            <a:ext cx="5276150" cy="3877163"/>
          </a:xfrm>
          <a:custGeom>
            <a:avLst/>
            <a:gdLst/>
            <a:ahLst/>
            <a:cxnLst/>
            <a:rect l="l" t="t" r="r" b="b"/>
            <a:pathLst>
              <a:path w="6481158" h="4216187">
                <a:moveTo>
                  <a:pt x="159680" y="0"/>
                </a:moveTo>
                <a:lnTo>
                  <a:pt x="6481158" y="0"/>
                </a:lnTo>
                <a:lnTo>
                  <a:pt x="6481158" y="4216187"/>
                </a:lnTo>
                <a:lnTo>
                  <a:pt x="629980" y="4216187"/>
                </a:lnTo>
                <a:lnTo>
                  <a:pt x="640174" y="4153970"/>
                </a:lnTo>
                <a:cubicBezTo>
                  <a:pt x="646054" y="4115040"/>
                  <a:pt x="652738" y="4076730"/>
                  <a:pt x="663954" y="4042035"/>
                </a:cubicBezTo>
                <a:lnTo>
                  <a:pt x="674575" y="4017890"/>
                </a:lnTo>
                <a:lnTo>
                  <a:pt x="542646" y="3860429"/>
                </a:lnTo>
                <a:cubicBezTo>
                  <a:pt x="583801" y="3777846"/>
                  <a:pt x="628876" y="3834526"/>
                  <a:pt x="664457" y="3800021"/>
                </a:cubicBezTo>
                <a:cubicBezTo>
                  <a:pt x="663366" y="3791627"/>
                  <a:pt x="663436" y="3781009"/>
                  <a:pt x="662932" y="3771718"/>
                </a:cubicBezTo>
                <a:lnTo>
                  <a:pt x="659568" y="3757935"/>
                </a:lnTo>
                <a:lnTo>
                  <a:pt x="653777" y="3747325"/>
                </a:lnTo>
                <a:lnTo>
                  <a:pt x="610074" y="3705028"/>
                </a:lnTo>
                <a:cubicBezTo>
                  <a:pt x="514097" y="3608961"/>
                  <a:pt x="528640" y="3588143"/>
                  <a:pt x="655821" y="3445525"/>
                </a:cubicBezTo>
                <a:cubicBezTo>
                  <a:pt x="668503" y="3431228"/>
                  <a:pt x="677664" y="3418102"/>
                  <a:pt x="683811" y="3405686"/>
                </a:cubicBezTo>
                <a:lnTo>
                  <a:pt x="687152" y="3393684"/>
                </a:lnTo>
                <a:lnTo>
                  <a:pt x="681564" y="3363918"/>
                </a:lnTo>
                <a:lnTo>
                  <a:pt x="658589" y="3279721"/>
                </a:lnTo>
                <a:lnTo>
                  <a:pt x="655534" y="3274732"/>
                </a:lnTo>
                <a:cubicBezTo>
                  <a:pt x="645154" y="3256804"/>
                  <a:pt x="636025" y="3236251"/>
                  <a:pt x="633009" y="3204655"/>
                </a:cubicBezTo>
                <a:lnTo>
                  <a:pt x="633086" y="3198166"/>
                </a:lnTo>
                <a:lnTo>
                  <a:pt x="627259" y="3181568"/>
                </a:lnTo>
                <a:cubicBezTo>
                  <a:pt x="591590" y="3088781"/>
                  <a:pt x="548194" y="3020054"/>
                  <a:pt x="504281" y="3024678"/>
                </a:cubicBezTo>
                <a:cubicBezTo>
                  <a:pt x="548490" y="2798901"/>
                  <a:pt x="548490" y="2798901"/>
                  <a:pt x="381209" y="2810127"/>
                </a:cubicBezTo>
                <a:cubicBezTo>
                  <a:pt x="440862" y="2658988"/>
                  <a:pt x="439766" y="2624324"/>
                  <a:pt x="360893" y="2596949"/>
                </a:cubicBezTo>
                <a:cubicBezTo>
                  <a:pt x="284957" y="2570407"/>
                  <a:pt x="201795" y="2575904"/>
                  <a:pt x="130872" y="2524080"/>
                </a:cubicBezTo>
                <a:cubicBezTo>
                  <a:pt x="188851" y="2335317"/>
                  <a:pt x="200302" y="2130710"/>
                  <a:pt x="328878" y="2014028"/>
                </a:cubicBezTo>
                <a:cubicBezTo>
                  <a:pt x="349137" y="1995898"/>
                  <a:pt x="361422" y="1940125"/>
                  <a:pt x="347033" y="1914129"/>
                </a:cubicBezTo>
                <a:cubicBezTo>
                  <a:pt x="295996" y="1817105"/>
                  <a:pt x="357685" y="1592503"/>
                  <a:pt x="208894" y="1606217"/>
                </a:cubicBezTo>
                <a:cubicBezTo>
                  <a:pt x="190525" y="1607581"/>
                  <a:pt x="173015" y="1590108"/>
                  <a:pt x="186488" y="1556554"/>
                </a:cubicBezTo>
                <a:cubicBezTo>
                  <a:pt x="232768" y="1442049"/>
                  <a:pt x="172886" y="1463610"/>
                  <a:pt x="135933" y="1459414"/>
                </a:cubicBezTo>
                <a:cubicBezTo>
                  <a:pt x="91212" y="1454776"/>
                  <a:pt x="42622" y="1511622"/>
                  <a:pt x="0" y="1466109"/>
                </a:cubicBezTo>
                <a:cubicBezTo>
                  <a:pt x="7764" y="1405223"/>
                  <a:pt x="43366" y="1397333"/>
                  <a:pt x="67782" y="1372761"/>
                </a:cubicBezTo>
                <a:cubicBezTo>
                  <a:pt x="139132" y="1300280"/>
                  <a:pt x="196704" y="1221065"/>
                  <a:pt x="195632" y="1080052"/>
                </a:cubicBezTo>
                <a:cubicBezTo>
                  <a:pt x="194930" y="966113"/>
                  <a:pt x="199455" y="864105"/>
                  <a:pt x="97391" y="854014"/>
                </a:cubicBezTo>
                <a:cubicBezTo>
                  <a:pt x="81355" y="852486"/>
                  <a:pt x="72717" y="839840"/>
                  <a:pt x="69223" y="821285"/>
                </a:cubicBezTo>
                <a:cubicBezTo>
                  <a:pt x="80177" y="799992"/>
                  <a:pt x="90624" y="778040"/>
                  <a:pt x="103649" y="760897"/>
                </a:cubicBezTo>
                <a:cubicBezTo>
                  <a:pt x="147404" y="704450"/>
                  <a:pt x="160670" y="633687"/>
                  <a:pt x="171912" y="560313"/>
                </a:cubicBezTo>
                <a:cubicBezTo>
                  <a:pt x="179151" y="513531"/>
                  <a:pt x="187860" y="467166"/>
                  <a:pt x="206354" y="423850"/>
                </a:cubicBezTo>
                <a:cubicBezTo>
                  <a:pt x="217619" y="397046"/>
                  <a:pt x="231961" y="375704"/>
                  <a:pt x="250397" y="361124"/>
                </a:cubicBezTo>
                <a:cubicBezTo>
                  <a:pt x="266451" y="347903"/>
                  <a:pt x="270868" y="334407"/>
                  <a:pt x="259101" y="314763"/>
                </a:cubicBezTo>
                <a:cubicBezTo>
                  <a:pt x="225826" y="258432"/>
                  <a:pt x="211109" y="191375"/>
                  <a:pt x="229198" y="104693"/>
                </a:cubicBezTo>
                <a:cubicBezTo>
                  <a:pt x="234668" y="78523"/>
                  <a:pt x="229657" y="58007"/>
                  <a:pt x="214459" y="52392"/>
                </a:cubicBezTo>
                <a:cubicBezTo>
                  <a:pt x="198643" y="46345"/>
                  <a:pt x="185640" y="36363"/>
                  <a:pt x="174580" y="23688"/>
                </a:cubicBezTo>
                <a:close/>
              </a:path>
            </a:pathLst>
          </a:custGeom>
        </p:spPr>
      </p:pic>
      <p:pic>
        <p:nvPicPr>
          <p:cNvPr id="23" name="图片 22">
            <a:extLst>
              <a:ext uri="{FF2B5EF4-FFF2-40B4-BE49-F238E27FC236}">
                <a16:creationId xmlns:a16="http://schemas.microsoft.com/office/drawing/2014/main" id="{00FAA8A5-EDEA-C5E1-72EA-C36B10D96E7A}"/>
              </a:ext>
            </a:extLst>
          </p:cNvPr>
          <p:cNvPicPr>
            <a:picLocks noChangeAspect="1"/>
          </p:cNvPicPr>
          <p:nvPr/>
        </p:nvPicPr>
        <p:blipFill>
          <a:blip r:embed="rId4">
            <a:extLst>
              <a:ext uri="{28A0092B-C50C-407E-A947-70E740481C1C}">
                <a14:useLocalDpi xmlns:a14="http://schemas.microsoft.com/office/drawing/2010/main" val="0"/>
              </a:ext>
            </a:extLst>
          </a:blip>
          <a:srcRect t="19110" b="19110"/>
          <a:stretch/>
        </p:blipFill>
        <p:spPr>
          <a:xfrm>
            <a:off x="4787846" y="3880489"/>
            <a:ext cx="4540502" cy="2953725"/>
          </a:xfrm>
          <a:custGeom>
            <a:avLst/>
            <a:gdLst/>
            <a:ahLst/>
            <a:cxnLst/>
            <a:rect l="l" t="t" r="r" b="b"/>
            <a:pathLst>
              <a:path w="4101827" h="2534102">
                <a:moveTo>
                  <a:pt x="1237396" y="0"/>
                </a:moveTo>
                <a:lnTo>
                  <a:pt x="4101827" y="0"/>
                </a:lnTo>
                <a:lnTo>
                  <a:pt x="4101827" y="2534102"/>
                </a:lnTo>
                <a:lnTo>
                  <a:pt x="0" y="2534102"/>
                </a:lnTo>
                <a:lnTo>
                  <a:pt x="21866" y="2503631"/>
                </a:lnTo>
                <a:cubicBezTo>
                  <a:pt x="198424" y="2253521"/>
                  <a:pt x="293791" y="2086461"/>
                  <a:pt x="295356" y="2078512"/>
                </a:cubicBezTo>
                <a:cubicBezTo>
                  <a:pt x="324070" y="1929470"/>
                  <a:pt x="404358" y="1848602"/>
                  <a:pt x="476494" y="1754977"/>
                </a:cubicBezTo>
                <a:cubicBezTo>
                  <a:pt x="539304" y="1672931"/>
                  <a:pt x="606320" y="1585980"/>
                  <a:pt x="629662" y="1466193"/>
                </a:cubicBezTo>
                <a:cubicBezTo>
                  <a:pt x="660486" y="1307325"/>
                  <a:pt x="563420" y="1455147"/>
                  <a:pt x="542839" y="1401940"/>
                </a:cubicBezTo>
                <a:cubicBezTo>
                  <a:pt x="578841" y="1314777"/>
                  <a:pt x="636193" y="1228627"/>
                  <a:pt x="649254" y="1136180"/>
                </a:cubicBezTo>
                <a:cubicBezTo>
                  <a:pt x="695846" y="801928"/>
                  <a:pt x="810580" y="538800"/>
                  <a:pt x="987553" y="313308"/>
                </a:cubicBezTo>
                <a:cubicBezTo>
                  <a:pt x="1038303" y="248170"/>
                  <a:pt x="1069946" y="145770"/>
                  <a:pt x="1141096" y="112922"/>
                </a:cubicBezTo>
                <a:cubicBezTo>
                  <a:pt x="1175680" y="97203"/>
                  <a:pt x="1199891" y="73126"/>
                  <a:pt x="1217455" y="43683"/>
                </a:cubicBezTo>
                <a:close/>
              </a:path>
            </a:pathLst>
          </a:custGeom>
        </p:spPr>
      </p:pic>
      <p:pic>
        <p:nvPicPr>
          <p:cNvPr id="19" name="图片 18" descr="人们在室内玩滑板&#10;&#10;低可信度描述已自动生成">
            <a:extLst>
              <a:ext uri="{FF2B5EF4-FFF2-40B4-BE49-F238E27FC236}">
                <a16:creationId xmlns:a16="http://schemas.microsoft.com/office/drawing/2014/main" id="{698CD57F-F54D-98DD-6A25-6DAD07E151B0}"/>
              </a:ext>
            </a:extLst>
          </p:cNvPr>
          <p:cNvPicPr>
            <a:picLocks noChangeAspect="1"/>
          </p:cNvPicPr>
          <p:nvPr/>
        </p:nvPicPr>
        <p:blipFill>
          <a:blip r:embed="rId5">
            <a:extLst>
              <a:ext uri="{28A0092B-C50C-407E-A947-70E740481C1C}">
                <a14:useLocalDpi xmlns:a14="http://schemas.microsoft.com/office/drawing/2010/main" val="0"/>
              </a:ext>
            </a:extLst>
          </a:blip>
          <a:srcRect t="11510" r="3" b="635"/>
          <a:stretch/>
        </p:blipFill>
        <p:spPr>
          <a:xfrm>
            <a:off x="9317967" y="4323903"/>
            <a:ext cx="2874036" cy="2525060"/>
          </a:xfrm>
          <a:prstGeom prst="rect">
            <a:avLst/>
          </a:prstGeom>
        </p:spPr>
      </p:pic>
    </p:spTree>
    <p:extLst>
      <p:ext uri="{BB962C8B-B14F-4D97-AF65-F5344CB8AC3E}">
        <p14:creationId xmlns:p14="http://schemas.microsoft.com/office/powerpoint/2010/main" val="38950510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图片 12" descr="图片包含 工程绘图&#10;&#10;描述已自动生成">
            <a:extLst>
              <a:ext uri="{FF2B5EF4-FFF2-40B4-BE49-F238E27FC236}">
                <a16:creationId xmlns:a16="http://schemas.microsoft.com/office/drawing/2014/main" id="{E73C78DC-A432-87F1-472E-8BA60BCEA47B}"/>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53678" b="4147"/>
          <a:stretch/>
        </p:blipFill>
        <p:spPr>
          <a:xfrm>
            <a:off x="-8" y="-4"/>
            <a:ext cx="12192000" cy="6855958"/>
          </a:xfrm>
          <a:prstGeom prst="rect">
            <a:avLst/>
          </a:prstGeom>
        </p:spPr>
      </p:pic>
      <p:sp>
        <p:nvSpPr>
          <p:cNvPr id="2" name="标题 1">
            <a:extLst>
              <a:ext uri="{FF2B5EF4-FFF2-40B4-BE49-F238E27FC236}">
                <a16:creationId xmlns:a16="http://schemas.microsoft.com/office/drawing/2014/main" id="{02E27092-7167-0E5A-AD1B-2DAADD4A66A9}"/>
              </a:ext>
            </a:extLst>
          </p:cNvPr>
          <p:cNvSpPr>
            <a:spLocks noGrp="1"/>
          </p:cNvSpPr>
          <p:nvPr>
            <p:ph type="title"/>
          </p:nvPr>
        </p:nvSpPr>
        <p:spPr>
          <a:xfrm>
            <a:off x="4533949" y="4408175"/>
            <a:ext cx="4130729" cy="1363215"/>
          </a:xfrm>
        </p:spPr>
        <p:txBody>
          <a:bodyPr vert="horz" lIns="91440" tIns="45720" rIns="91440" bIns="45720" rtlCol="0" anchor="t">
            <a:normAutofit/>
          </a:bodyPr>
          <a:lstStyle/>
          <a:p>
            <a:r>
              <a:rPr lang="en-US" altLang="zh-CN" sz="4000" kern="1200" dirty="0">
                <a:solidFill>
                  <a:schemeClr val="tx1"/>
                </a:solidFill>
                <a:effectLst/>
                <a:latin typeface="Calibri" panose="020F0502020204030204" pitchFamily="34" charset="0"/>
                <a:cs typeface="Calibri" panose="020F0502020204030204" pitchFamily="34" charset="0"/>
              </a:rPr>
              <a:t>Our show room in Singapore</a:t>
            </a:r>
            <a:endParaRPr lang="en-US" altLang="zh-CN" sz="4000" kern="1200" dirty="0">
              <a:solidFill>
                <a:schemeClr val="tx1"/>
              </a:solidFill>
              <a:latin typeface="Calibri" panose="020F0502020204030204" pitchFamily="34" charset="0"/>
              <a:cs typeface="Calibri" panose="020F0502020204030204" pitchFamily="34" charset="0"/>
            </a:endParaRPr>
          </a:p>
        </p:txBody>
      </p:sp>
      <p:sp>
        <p:nvSpPr>
          <p:cNvPr id="23" name="Freeform: Shape 19">
            <a:extLst>
              <a:ext uri="{FF2B5EF4-FFF2-40B4-BE49-F238E27FC236}">
                <a16:creationId xmlns:a16="http://schemas.microsoft.com/office/drawing/2014/main" id="{F6E384F5-137A-40B1-97F0-694CC6ECD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22218"/>
            <a:ext cx="3730752" cy="4735782"/>
          </a:xfrm>
          <a:custGeom>
            <a:avLst/>
            <a:gdLst>
              <a:gd name="connsiteX0" fmla="*/ 640080 w 3730752"/>
              <a:gd name="connsiteY0" fmla="*/ 0 h 4735782"/>
              <a:gd name="connsiteX1" fmla="*/ 3730752 w 3730752"/>
              <a:gd name="connsiteY1" fmla="*/ 3090672 h 4735782"/>
              <a:gd name="connsiteX2" fmla="*/ 3357725 w 3730752"/>
              <a:gd name="connsiteY2" fmla="*/ 4563870 h 4735782"/>
              <a:gd name="connsiteX3" fmla="*/ 3253285 w 3730752"/>
              <a:gd name="connsiteY3" fmla="*/ 4735782 h 4735782"/>
              <a:gd name="connsiteX4" fmla="*/ 0 w 3730752"/>
              <a:gd name="connsiteY4" fmla="*/ 4735782 h 4735782"/>
              <a:gd name="connsiteX5" fmla="*/ 0 w 3730752"/>
              <a:gd name="connsiteY5" fmla="*/ 67215 h 4735782"/>
              <a:gd name="connsiteX6" fmla="*/ 17202 w 3730752"/>
              <a:gd name="connsiteY6" fmla="*/ 62792 h 4735782"/>
              <a:gd name="connsiteX7" fmla="*/ 640080 w 3730752"/>
              <a:gd name="connsiteY7" fmla="*/ 0 h 4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752" h="4735782">
                <a:moveTo>
                  <a:pt x="640080" y="0"/>
                </a:moveTo>
                <a:cubicBezTo>
                  <a:pt x="2347011" y="0"/>
                  <a:pt x="3730752" y="1383741"/>
                  <a:pt x="3730752" y="3090672"/>
                </a:cubicBezTo>
                <a:cubicBezTo>
                  <a:pt x="3730752" y="3624088"/>
                  <a:pt x="3595621" y="4125943"/>
                  <a:pt x="3357725" y="4563870"/>
                </a:cubicBezTo>
                <a:lnTo>
                  <a:pt x="3253285" y="4735782"/>
                </a:lnTo>
                <a:lnTo>
                  <a:pt x="0" y="4735782"/>
                </a:lnTo>
                <a:lnTo>
                  <a:pt x="0" y="67215"/>
                </a:lnTo>
                <a:lnTo>
                  <a:pt x="17202" y="62792"/>
                </a:lnTo>
                <a:cubicBezTo>
                  <a:pt x="218397" y="21621"/>
                  <a:pt x="426714" y="0"/>
                  <a:pt x="64008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9DBC4630-03DA-474F-BBCB-BA3AE6B3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982" y="-4332"/>
            <a:ext cx="4242816" cy="2454158"/>
          </a:xfrm>
          <a:custGeom>
            <a:avLst/>
            <a:gdLst>
              <a:gd name="connsiteX0" fmla="*/ 28633 w 4242816"/>
              <a:gd name="connsiteY0" fmla="*/ 0 h 2454158"/>
              <a:gd name="connsiteX1" fmla="*/ 4214183 w 4242816"/>
              <a:gd name="connsiteY1" fmla="*/ 0 h 2454158"/>
              <a:gd name="connsiteX2" fmla="*/ 4231864 w 4242816"/>
              <a:gd name="connsiteY2" fmla="*/ 115848 h 2454158"/>
              <a:gd name="connsiteX3" fmla="*/ 4242816 w 4242816"/>
              <a:gd name="connsiteY3" fmla="*/ 332750 h 2454158"/>
              <a:gd name="connsiteX4" fmla="*/ 2121408 w 4242816"/>
              <a:gd name="connsiteY4" fmla="*/ 2454158 h 2454158"/>
              <a:gd name="connsiteX5" fmla="*/ 0 w 4242816"/>
              <a:gd name="connsiteY5" fmla="*/ 332750 h 2454158"/>
              <a:gd name="connsiteX6" fmla="*/ 10953 w 4242816"/>
              <a:gd name="connsiteY6" fmla="*/ 115848 h 24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2816" h="2454158">
                <a:moveTo>
                  <a:pt x="28633" y="0"/>
                </a:moveTo>
                <a:lnTo>
                  <a:pt x="4214183" y="0"/>
                </a:lnTo>
                <a:lnTo>
                  <a:pt x="4231864" y="115848"/>
                </a:lnTo>
                <a:cubicBezTo>
                  <a:pt x="4239106" y="187164"/>
                  <a:pt x="4242816" y="259524"/>
                  <a:pt x="4242816" y="332750"/>
                </a:cubicBezTo>
                <a:cubicBezTo>
                  <a:pt x="4242816" y="1504371"/>
                  <a:pt x="3293029" y="2454158"/>
                  <a:pt x="2121408" y="2454158"/>
                </a:cubicBezTo>
                <a:cubicBezTo>
                  <a:pt x="949787" y="2454158"/>
                  <a:pt x="0" y="1504371"/>
                  <a:pt x="0" y="332750"/>
                </a:cubicBezTo>
                <a:cubicBezTo>
                  <a:pt x="0" y="259524"/>
                  <a:pt x="3710" y="187164"/>
                  <a:pt x="10953" y="11584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图片 8" descr="图片包含 室内, 建筑, 微波炉, 门&#10;&#10;描述已自动生成">
            <a:extLst>
              <a:ext uri="{FF2B5EF4-FFF2-40B4-BE49-F238E27FC236}">
                <a16:creationId xmlns:a16="http://schemas.microsoft.com/office/drawing/2014/main" id="{5EAB5336-4875-B690-638D-B5AFB329EAC9}"/>
              </a:ext>
            </a:extLst>
          </p:cNvPr>
          <p:cNvPicPr>
            <a:picLocks noChangeAspect="1"/>
          </p:cNvPicPr>
          <p:nvPr/>
        </p:nvPicPr>
        <p:blipFill>
          <a:blip r:embed="rId3">
            <a:extLst>
              <a:ext uri="{28A0092B-C50C-407E-A947-70E740481C1C}">
                <a14:useLocalDpi xmlns:a14="http://schemas.microsoft.com/office/drawing/2010/main" val="0"/>
              </a:ext>
            </a:extLst>
          </a:blip>
          <a:srcRect t="27183" r="-3" b="29022"/>
          <a:stretch/>
        </p:blipFill>
        <p:spPr>
          <a:xfrm>
            <a:off x="1246573" y="10"/>
            <a:ext cx="3913632" cy="2285224"/>
          </a:xfrm>
          <a:custGeom>
            <a:avLst/>
            <a:gdLst/>
            <a:ahLst/>
            <a:cxnLst/>
            <a:rect l="l" t="t" r="r" b="b"/>
            <a:pathLst>
              <a:path w="3913632" h="2285234">
                <a:moveTo>
                  <a:pt x="29691" y="0"/>
                </a:moveTo>
                <a:lnTo>
                  <a:pt x="3883942" y="0"/>
                </a:lnTo>
                <a:lnTo>
                  <a:pt x="3903529" y="128345"/>
                </a:lnTo>
                <a:cubicBezTo>
                  <a:pt x="3910210" y="194127"/>
                  <a:pt x="3913632" y="260873"/>
                  <a:pt x="3913632" y="328418"/>
                </a:cubicBezTo>
                <a:cubicBezTo>
                  <a:pt x="3913632" y="1409138"/>
                  <a:pt x="3037536" y="2285234"/>
                  <a:pt x="1956816" y="2285234"/>
                </a:cubicBezTo>
                <a:cubicBezTo>
                  <a:pt x="876096" y="2285234"/>
                  <a:pt x="0" y="1409138"/>
                  <a:pt x="0" y="328418"/>
                </a:cubicBezTo>
                <a:cubicBezTo>
                  <a:pt x="0" y="260873"/>
                  <a:pt x="3422" y="194127"/>
                  <a:pt x="10103" y="128345"/>
                </a:cubicBezTo>
                <a:close/>
              </a:path>
            </a:pathLst>
          </a:custGeom>
        </p:spPr>
      </p:pic>
      <p:pic>
        <p:nvPicPr>
          <p:cNvPr id="5" name="图片 4" descr="房间的摆设布局&#10;&#10;中度可信度描述已自动生成">
            <a:extLst>
              <a:ext uri="{FF2B5EF4-FFF2-40B4-BE49-F238E27FC236}">
                <a16:creationId xmlns:a16="http://schemas.microsoft.com/office/drawing/2014/main" id="{80BD7399-C854-ED0D-9A89-0CFFBC52210F}"/>
              </a:ext>
            </a:extLst>
          </p:cNvPr>
          <p:cNvPicPr>
            <a:picLocks noChangeAspect="1"/>
          </p:cNvPicPr>
          <p:nvPr/>
        </p:nvPicPr>
        <p:blipFill>
          <a:blip r:embed="rId4">
            <a:extLst>
              <a:ext uri="{28A0092B-C50C-407E-A947-70E740481C1C}">
                <a14:useLocalDpi xmlns:a14="http://schemas.microsoft.com/office/drawing/2010/main" val="0"/>
              </a:ext>
            </a:extLst>
          </a:blip>
          <a:srcRect r="-1" b="3853"/>
          <a:stretch/>
        </p:blipFill>
        <p:spPr>
          <a:xfrm>
            <a:off x="20" y="2288331"/>
            <a:ext cx="3564618" cy="4569668"/>
          </a:xfrm>
          <a:custGeom>
            <a:avLst/>
            <a:gdLst/>
            <a:ahLst/>
            <a:cxnLst/>
            <a:rect l="l" t="t" r="r" b="b"/>
            <a:pathLst>
              <a:path w="3564638" h="4569668">
                <a:moveTo>
                  <a:pt x="640080" y="0"/>
                </a:moveTo>
                <a:cubicBezTo>
                  <a:pt x="2255269" y="0"/>
                  <a:pt x="3564638" y="1309369"/>
                  <a:pt x="3564638" y="2924558"/>
                </a:cubicBezTo>
                <a:cubicBezTo>
                  <a:pt x="3564638" y="3530254"/>
                  <a:pt x="3380508" y="4092944"/>
                  <a:pt x="3065170" y="4559707"/>
                </a:cubicBezTo>
                <a:lnTo>
                  <a:pt x="3057720" y="4569668"/>
                </a:lnTo>
                <a:lnTo>
                  <a:pt x="0" y="4569668"/>
                </a:lnTo>
                <a:lnTo>
                  <a:pt x="0" y="72448"/>
                </a:lnTo>
                <a:lnTo>
                  <a:pt x="50679" y="59417"/>
                </a:lnTo>
                <a:cubicBezTo>
                  <a:pt x="241061" y="20459"/>
                  <a:pt x="438181" y="0"/>
                  <a:pt x="640080" y="0"/>
                </a:cubicBezTo>
                <a:close/>
              </a:path>
            </a:pathLst>
          </a:custGeom>
        </p:spPr>
      </p:pic>
      <p:sp>
        <p:nvSpPr>
          <p:cNvPr id="24" name="Oval 23">
            <a:extLst>
              <a:ext uri="{FF2B5EF4-FFF2-40B4-BE49-F238E27FC236}">
                <a16:creationId xmlns:a16="http://schemas.microsoft.com/office/drawing/2014/main" id="{78418A25-6EAC-4140-BFE6-284E1925B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60967" y="561316"/>
            <a:ext cx="3182112" cy="3182112"/>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图片 10" descr="书架上有窗户&#10;&#10;描述已自动生成">
            <a:extLst>
              <a:ext uri="{FF2B5EF4-FFF2-40B4-BE49-F238E27FC236}">
                <a16:creationId xmlns:a16="http://schemas.microsoft.com/office/drawing/2014/main" id="{7263CCD4-60FF-2FF5-F425-5216A65820D7}"/>
              </a:ext>
            </a:extLst>
          </p:cNvPr>
          <p:cNvPicPr>
            <a:picLocks noChangeAspect="1"/>
          </p:cNvPicPr>
          <p:nvPr/>
        </p:nvPicPr>
        <p:blipFill>
          <a:blip r:embed="rId5">
            <a:extLst>
              <a:ext uri="{28A0092B-C50C-407E-A947-70E740481C1C}">
                <a14:useLocalDpi xmlns:a14="http://schemas.microsoft.com/office/drawing/2010/main" val="0"/>
              </a:ext>
            </a:extLst>
          </a:blip>
          <a:srcRect t="15687" r="3" b="9315"/>
          <a:stretch/>
        </p:blipFill>
        <p:spPr>
          <a:xfrm>
            <a:off x="5525559" y="725908"/>
            <a:ext cx="2852928" cy="2852928"/>
          </a:xfrm>
          <a:custGeom>
            <a:avLst/>
            <a:gdLst/>
            <a:ahLst/>
            <a:cxnLst/>
            <a:rect l="l" t="t" r="r" b="b"/>
            <a:pathLst>
              <a:path w="2852928" h="2852928">
                <a:moveTo>
                  <a:pt x="1426464" y="0"/>
                </a:moveTo>
                <a:cubicBezTo>
                  <a:pt x="2214278" y="0"/>
                  <a:pt x="2852928" y="638650"/>
                  <a:pt x="2852928" y="1426464"/>
                </a:cubicBezTo>
                <a:cubicBezTo>
                  <a:pt x="2852928" y="2214278"/>
                  <a:pt x="2214278" y="2852928"/>
                  <a:pt x="1426464" y="2852928"/>
                </a:cubicBezTo>
                <a:cubicBezTo>
                  <a:pt x="638650" y="2852928"/>
                  <a:pt x="0" y="2214278"/>
                  <a:pt x="0" y="1426464"/>
                </a:cubicBezTo>
                <a:cubicBezTo>
                  <a:pt x="0" y="638650"/>
                  <a:pt x="638650" y="0"/>
                  <a:pt x="1426464" y="0"/>
                </a:cubicBezTo>
                <a:close/>
              </a:path>
            </a:pathLst>
          </a:custGeom>
        </p:spPr>
      </p:pic>
      <p:sp>
        <p:nvSpPr>
          <p:cNvPr id="26" name="Freeform: Shape 25">
            <a:extLst>
              <a:ext uri="{FF2B5EF4-FFF2-40B4-BE49-F238E27FC236}">
                <a16:creationId xmlns:a16="http://schemas.microsoft.com/office/drawing/2014/main" id="{6B9D64DB-4D5C-4A91-B45F-F301E3174F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2568" y="-4332"/>
            <a:ext cx="3439432" cy="3550083"/>
          </a:xfrm>
          <a:custGeom>
            <a:avLst/>
            <a:gdLst>
              <a:gd name="connsiteX0" fmla="*/ 115336 w 3439432"/>
              <a:gd name="connsiteY0" fmla="*/ 0 h 3550083"/>
              <a:gd name="connsiteX1" fmla="*/ 3439432 w 3439432"/>
              <a:gd name="connsiteY1" fmla="*/ 0 h 3550083"/>
              <a:gd name="connsiteX2" fmla="*/ 3439432 w 3439432"/>
              <a:gd name="connsiteY2" fmla="*/ 3462762 h 3550083"/>
              <a:gd name="connsiteX3" fmla="*/ 3318024 w 3439432"/>
              <a:gd name="connsiteY3" fmla="*/ 3493980 h 3550083"/>
              <a:gd name="connsiteX4" fmla="*/ 2761488 w 3439432"/>
              <a:gd name="connsiteY4" fmla="*/ 3550083 h 3550083"/>
              <a:gd name="connsiteX5" fmla="*/ 0 w 3439432"/>
              <a:gd name="connsiteY5" fmla="*/ 788595 h 3550083"/>
              <a:gd name="connsiteX6" fmla="*/ 70713 w 3439432"/>
              <a:gd name="connsiteY6" fmla="*/ 164949 h 355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432" h="3550083">
                <a:moveTo>
                  <a:pt x="115336" y="0"/>
                </a:moveTo>
                <a:lnTo>
                  <a:pt x="3439432" y="0"/>
                </a:lnTo>
                <a:lnTo>
                  <a:pt x="3439432" y="3462762"/>
                </a:lnTo>
                <a:lnTo>
                  <a:pt x="3318024" y="3493980"/>
                </a:lnTo>
                <a:cubicBezTo>
                  <a:pt x="3138258" y="3530765"/>
                  <a:pt x="2952129" y="3550083"/>
                  <a:pt x="2761488" y="3550083"/>
                </a:cubicBezTo>
                <a:cubicBezTo>
                  <a:pt x="1236360" y="3550083"/>
                  <a:pt x="0" y="2313723"/>
                  <a:pt x="0" y="788595"/>
                </a:cubicBezTo>
                <a:cubicBezTo>
                  <a:pt x="0" y="574124"/>
                  <a:pt x="24450" y="365364"/>
                  <a:pt x="70713" y="164949"/>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7" name="图片 6" descr="门上的广告单倒一边的照片&#10;&#10;描述已自动生成">
            <a:extLst>
              <a:ext uri="{FF2B5EF4-FFF2-40B4-BE49-F238E27FC236}">
                <a16:creationId xmlns:a16="http://schemas.microsoft.com/office/drawing/2014/main" id="{9B29BF4C-E4FB-5007-2290-47C019E4E261}"/>
              </a:ext>
            </a:extLst>
          </p:cNvPr>
          <p:cNvPicPr>
            <a:picLocks noChangeAspect="1"/>
          </p:cNvPicPr>
          <p:nvPr/>
        </p:nvPicPr>
        <p:blipFill>
          <a:blip r:embed="rId6">
            <a:extLst>
              <a:ext uri="{28A0092B-C50C-407E-A947-70E740481C1C}">
                <a14:useLocalDpi xmlns:a14="http://schemas.microsoft.com/office/drawing/2010/main" val="0"/>
              </a:ext>
            </a:extLst>
          </a:blip>
          <a:srcRect t="7485" r="2" b="14981"/>
          <a:stretch/>
        </p:blipFill>
        <p:spPr>
          <a:xfrm>
            <a:off x="8918761" y="-4331"/>
            <a:ext cx="3273238" cy="3383891"/>
          </a:xfrm>
          <a:custGeom>
            <a:avLst/>
            <a:gdLst/>
            <a:ahLst/>
            <a:cxnLst/>
            <a:rect l="l" t="t" r="r" b="b"/>
            <a:pathLst>
              <a:path w="3273238" h="3383891">
                <a:moveTo>
                  <a:pt x="122841" y="0"/>
                </a:moveTo>
                <a:lnTo>
                  <a:pt x="3273238" y="0"/>
                </a:lnTo>
                <a:lnTo>
                  <a:pt x="3273238" y="3291335"/>
                </a:lnTo>
                <a:lnTo>
                  <a:pt x="3118338" y="3331164"/>
                </a:lnTo>
                <a:cubicBezTo>
                  <a:pt x="2949390" y="3365736"/>
                  <a:pt x="2774463" y="3383891"/>
                  <a:pt x="2595295" y="3383891"/>
                </a:cubicBezTo>
                <a:cubicBezTo>
                  <a:pt x="1161953" y="3383891"/>
                  <a:pt x="0" y="2221938"/>
                  <a:pt x="0" y="788596"/>
                </a:cubicBezTo>
                <a:cubicBezTo>
                  <a:pt x="0" y="519845"/>
                  <a:pt x="40850" y="260634"/>
                  <a:pt x="116679" y="16835"/>
                </a:cubicBezTo>
                <a:close/>
              </a:path>
            </a:pathLst>
          </a:custGeom>
        </p:spPr>
      </p:pic>
      <p:sp>
        <p:nvSpPr>
          <p:cNvPr id="28" name="Freeform: Shape 27">
            <a:extLst>
              <a:ext uri="{FF2B5EF4-FFF2-40B4-BE49-F238E27FC236}">
                <a16:creationId xmlns:a16="http://schemas.microsoft.com/office/drawing/2014/main" id="{CB14CE1B-4BC5-4EF2-BE3D-05E4F580B3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99331" y="3907418"/>
            <a:ext cx="2992669" cy="2950582"/>
          </a:xfrm>
          <a:custGeom>
            <a:avLst/>
            <a:gdLst>
              <a:gd name="connsiteX0" fmla="*/ 2052140 w 2992669"/>
              <a:gd name="connsiteY0" fmla="*/ 0 h 2950582"/>
              <a:gd name="connsiteX1" fmla="*/ 2850926 w 2992669"/>
              <a:gd name="connsiteY1" fmla="*/ 161267 h 2950582"/>
              <a:gd name="connsiteX2" fmla="*/ 2992669 w 2992669"/>
              <a:gd name="connsiteY2" fmla="*/ 229549 h 2950582"/>
              <a:gd name="connsiteX3" fmla="*/ 2992669 w 2992669"/>
              <a:gd name="connsiteY3" fmla="*/ 2950582 h 2950582"/>
              <a:gd name="connsiteX4" fmla="*/ 209274 w 2992669"/>
              <a:gd name="connsiteY4" fmla="*/ 2950582 h 2950582"/>
              <a:gd name="connsiteX5" fmla="*/ 161267 w 2992669"/>
              <a:gd name="connsiteY5" fmla="*/ 2850926 h 2950582"/>
              <a:gd name="connsiteX6" fmla="*/ 0 w 2992669"/>
              <a:gd name="connsiteY6" fmla="*/ 2052140 h 2950582"/>
              <a:gd name="connsiteX7" fmla="*/ 2052140 w 2992669"/>
              <a:gd name="connsiteY7" fmla="*/ 0 h 295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92669" h="2950582">
                <a:moveTo>
                  <a:pt x="2052140" y="0"/>
                </a:moveTo>
                <a:cubicBezTo>
                  <a:pt x="2335482" y="0"/>
                  <a:pt x="2605411" y="57424"/>
                  <a:pt x="2850926" y="161267"/>
                </a:cubicBezTo>
                <a:lnTo>
                  <a:pt x="2992669" y="229549"/>
                </a:lnTo>
                <a:lnTo>
                  <a:pt x="2992669" y="2950582"/>
                </a:lnTo>
                <a:lnTo>
                  <a:pt x="209274" y="2950582"/>
                </a:lnTo>
                <a:lnTo>
                  <a:pt x="161267" y="2850926"/>
                </a:lnTo>
                <a:cubicBezTo>
                  <a:pt x="57423" y="2605411"/>
                  <a:pt x="0" y="2335482"/>
                  <a:pt x="0" y="2052140"/>
                </a:cubicBezTo>
                <a:cubicBezTo>
                  <a:pt x="0" y="918774"/>
                  <a:pt x="918774" y="0"/>
                  <a:pt x="205214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5" name="图片 14" descr="厨房的摆设布局&#10;&#10;中度可信度描述已自动生成">
            <a:extLst>
              <a:ext uri="{FF2B5EF4-FFF2-40B4-BE49-F238E27FC236}">
                <a16:creationId xmlns:a16="http://schemas.microsoft.com/office/drawing/2014/main" id="{53C7BF6D-6F1B-0EDB-9958-341169CE1652}"/>
              </a:ext>
            </a:extLst>
          </p:cNvPr>
          <p:cNvPicPr>
            <a:picLocks noChangeAspect="1"/>
          </p:cNvPicPr>
          <p:nvPr/>
        </p:nvPicPr>
        <p:blipFill>
          <a:blip r:embed="rId7">
            <a:extLst>
              <a:ext uri="{28A0092B-C50C-407E-A947-70E740481C1C}">
                <a14:useLocalDpi xmlns:a14="http://schemas.microsoft.com/office/drawing/2010/main" val="0"/>
              </a:ext>
            </a:extLst>
          </a:blip>
          <a:srcRect t="10983" r="-2" b="15132"/>
          <a:stretch/>
        </p:blipFill>
        <p:spPr>
          <a:xfrm>
            <a:off x="9363238" y="4071322"/>
            <a:ext cx="2828765" cy="2786678"/>
          </a:xfrm>
          <a:custGeom>
            <a:avLst/>
            <a:gdLst/>
            <a:ahLst/>
            <a:cxnLst/>
            <a:rect l="l" t="t" r="r" b="b"/>
            <a:pathLst>
              <a:path w="2828765" h="2786678">
                <a:moveTo>
                  <a:pt x="1888236" y="0"/>
                </a:moveTo>
                <a:cubicBezTo>
                  <a:pt x="2214125" y="0"/>
                  <a:pt x="2520731" y="82558"/>
                  <a:pt x="2788281" y="227900"/>
                </a:cubicBezTo>
                <a:lnTo>
                  <a:pt x="2828765" y="252495"/>
                </a:lnTo>
                <a:lnTo>
                  <a:pt x="2828765" y="2786678"/>
                </a:lnTo>
                <a:lnTo>
                  <a:pt x="227128" y="2786678"/>
                </a:lnTo>
                <a:lnTo>
                  <a:pt x="148387" y="2623223"/>
                </a:lnTo>
                <a:cubicBezTo>
                  <a:pt x="52837" y="2397318"/>
                  <a:pt x="0" y="2148947"/>
                  <a:pt x="0" y="1888236"/>
                </a:cubicBezTo>
                <a:cubicBezTo>
                  <a:pt x="0" y="845392"/>
                  <a:pt x="845392" y="0"/>
                  <a:pt x="1888236" y="0"/>
                </a:cubicBezTo>
                <a:close/>
              </a:path>
            </a:pathLst>
          </a:custGeom>
        </p:spPr>
      </p:pic>
    </p:spTree>
    <p:extLst>
      <p:ext uri="{BB962C8B-B14F-4D97-AF65-F5344CB8AC3E}">
        <p14:creationId xmlns:p14="http://schemas.microsoft.com/office/powerpoint/2010/main" val="3430736094"/>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7" name="Rectangle 126">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B3628B95-9C02-DF1B-0C41-1F906C71958F}"/>
              </a:ext>
            </a:extLst>
          </p:cNvPr>
          <p:cNvSpPr>
            <a:spLocks noGrp="1"/>
          </p:cNvSpPr>
          <p:nvPr>
            <p:ph type="title"/>
          </p:nvPr>
        </p:nvSpPr>
        <p:spPr>
          <a:xfrm>
            <a:off x="1136394" y="986177"/>
            <a:ext cx="5814240" cy="1556870"/>
          </a:xfrm>
        </p:spPr>
        <p:txBody>
          <a:bodyPr anchor="b">
            <a:normAutofit/>
          </a:bodyPr>
          <a:lstStyle/>
          <a:p>
            <a:r>
              <a:rPr lang="en-US" altLang="zh-CN" sz="4000" dirty="0">
                <a:latin typeface="Calibri" panose="020F0502020204030204" pitchFamily="34" charset="0"/>
                <a:cs typeface="Calibri" panose="020F0502020204030204" pitchFamily="34" charset="0"/>
              </a:rPr>
              <a:t>Contact Us</a:t>
            </a:r>
            <a:endParaRPr lang="zh-CN" altLang="en-US" sz="4000" dirty="0">
              <a:latin typeface="Calibri" panose="020F0502020204030204" pitchFamily="34" charset="0"/>
              <a:cs typeface="Calibri" panose="020F0502020204030204" pitchFamily="34" charset="0"/>
            </a:endParaRPr>
          </a:p>
        </p:txBody>
      </p:sp>
      <p:sp>
        <p:nvSpPr>
          <p:cNvPr id="3" name="内容占位符 2">
            <a:extLst>
              <a:ext uri="{FF2B5EF4-FFF2-40B4-BE49-F238E27FC236}">
                <a16:creationId xmlns:a16="http://schemas.microsoft.com/office/drawing/2014/main" id="{7D058E33-E048-6ADB-3A7E-572139D310C1}"/>
              </a:ext>
            </a:extLst>
          </p:cNvPr>
          <p:cNvSpPr>
            <a:spLocks noGrp="1"/>
          </p:cNvSpPr>
          <p:nvPr>
            <p:ph idx="1"/>
          </p:nvPr>
        </p:nvSpPr>
        <p:spPr>
          <a:xfrm>
            <a:off x="1136395" y="2757547"/>
            <a:ext cx="5814239" cy="2070471"/>
          </a:xfrm>
        </p:spPr>
        <p:txBody>
          <a:bodyPr>
            <a:normAutofit/>
          </a:bodyPr>
          <a:lstStyle/>
          <a:p>
            <a:pPr>
              <a:buFont typeface="Wingdings" panose="05000000000000000000" pitchFamily="2" charset="2"/>
              <a:buChar char="n"/>
            </a:pPr>
            <a:r>
              <a:rPr lang="en-US" altLang="zh-CN" sz="2000" dirty="0">
                <a:latin typeface="Calibri" panose="020F0502020204030204" pitchFamily="34" charset="0"/>
                <a:cs typeface="Calibri" panose="020F0502020204030204" pitchFamily="34" charset="0"/>
              </a:rPr>
              <a:t>Show room Address:</a:t>
            </a:r>
            <a:r>
              <a:rPr lang="zh-CN" altLang="en-US" sz="2000" dirty="0">
                <a:latin typeface="Calibri" panose="020F0502020204030204" pitchFamily="34" charset="0"/>
                <a:cs typeface="Calibri" panose="020F0502020204030204" pitchFamily="34" charset="0"/>
              </a:rPr>
              <a:t> </a:t>
            </a:r>
            <a:r>
              <a:rPr lang="en-US" altLang="zh-CN" sz="2000" dirty="0">
                <a:latin typeface="Calibri" panose="020F0502020204030204" pitchFamily="34" charset="0"/>
                <a:cs typeface="Calibri" panose="020F0502020204030204" pitchFamily="34" charset="0"/>
              </a:rPr>
              <a:t>2 Jurong East Street 21, #03-183 IMM Building, Singapore.</a:t>
            </a:r>
          </a:p>
          <a:p>
            <a:pPr>
              <a:buFont typeface="Wingdings" panose="05000000000000000000" pitchFamily="2" charset="2"/>
              <a:buChar char="n"/>
            </a:pPr>
            <a:r>
              <a:rPr lang="en-US" altLang="zh-CN" sz="2000" dirty="0">
                <a:latin typeface="Calibri" panose="020F0502020204030204" pitchFamily="34" charset="0"/>
                <a:cs typeface="Calibri" panose="020F0502020204030204" pitchFamily="34" charset="0"/>
              </a:rPr>
              <a:t>Contact Number: +65 8622 9335/+65 9896 6812</a:t>
            </a:r>
          </a:p>
          <a:p>
            <a:pPr>
              <a:buFont typeface="Wingdings" panose="05000000000000000000" pitchFamily="2" charset="2"/>
              <a:buChar char="n"/>
            </a:pPr>
            <a:r>
              <a:rPr lang="en-US" altLang="zh-CN" sz="2000" dirty="0">
                <a:latin typeface="Calibri" panose="020F0502020204030204" pitchFamily="34" charset="0"/>
                <a:cs typeface="Calibri" panose="020F0502020204030204" pitchFamily="34" charset="0"/>
              </a:rPr>
              <a:t>E-mail: coreluxinteriorsupply@gmail.com</a:t>
            </a:r>
          </a:p>
          <a:p>
            <a:pPr>
              <a:buFont typeface="Wingdings" panose="05000000000000000000" pitchFamily="2" charset="2"/>
              <a:buChar char="n"/>
            </a:pPr>
            <a:r>
              <a:rPr lang="en-US" altLang="zh-CN" sz="2000" dirty="0">
                <a:latin typeface="Calibri" panose="020F0502020204030204" pitchFamily="34" charset="0"/>
                <a:cs typeface="Calibri" panose="020F0502020204030204" pitchFamily="34" charset="0"/>
              </a:rPr>
              <a:t>Website: www.corelux.com.sg</a:t>
            </a:r>
          </a:p>
        </p:txBody>
      </p:sp>
      <p:pic>
        <p:nvPicPr>
          <p:cNvPr id="13" name="图片 12" descr="QR 代码&#10;&#10;描述已自动生成">
            <a:extLst>
              <a:ext uri="{FF2B5EF4-FFF2-40B4-BE49-F238E27FC236}">
                <a16:creationId xmlns:a16="http://schemas.microsoft.com/office/drawing/2014/main" id="{05619F88-E20C-A55A-56D1-A9E022EDC9C3}"/>
              </a:ext>
            </a:extLst>
          </p:cNvPr>
          <p:cNvPicPr>
            <a:picLocks noChangeAspect="1"/>
          </p:cNvPicPr>
          <p:nvPr/>
        </p:nvPicPr>
        <p:blipFill>
          <a:blip r:embed="rId2">
            <a:extLst>
              <a:ext uri="{28A0092B-C50C-407E-A947-70E740481C1C}">
                <a14:useLocalDpi xmlns:a14="http://schemas.microsoft.com/office/drawing/2010/main" val="0"/>
              </a:ext>
            </a:extLst>
          </a:blip>
          <a:srcRect r="-5" b="-5"/>
          <a:stretch/>
        </p:blipFill>
        <p:spPr>
          <a:xfrm>
            <a:off x="8625153" y="3317542"/>
            <a:ext cx="2008165" cy="2008165"/>
          </a:xfrm>
          <a:prstGeom prst="rect">
            <a:avLst/>
          </a:prstGeom>
        </p:spPr>
      </p:pic>
      <p:pic>
        <p:nvPicPr>
          <p:cNvPr id="11" name="图片 10" descr="QR 代码&#10;&#10;描述已自动生成">
            <a:extLst>
              <a:ext uri="{FF2B5EF4-FFF2-40B4-BE49-F238E27FC236}">
                <a16:creationId xmlns:a16="http://schemas.microsoft.com/office/drawing/2014/main" id="{3C689E6E-9F72-AC07-FFC3-4A739BC3EEB1}"/>
              </a:ext>
            </a:extLst>
          </p:cNvPr>
          <p:cNvPicPr>
            <a:picLocks noChangeAspect="1"/>
          </p:cNvPicPr>
          <p:nvPr/>
        </p:nvPicPr>
        <p:blipFill>
          <a:blip r:embed="rId3">
            <a:extLst>
              <a:ext uri="{28A0092B-C50C-407E-A947-70E740481C1C}">
                <a14:useLocalDpi xmlns:a14="http://schemas.microsoft.com/office/drawing/2010/main" val="0"/>
              </a:ext>
            </a:extLst>
          </a:blip>
          <a:srcRect r="-5" b="-5"/>
          <a:stretch/>
        </p:blipFill>
        <p:spPr>
          <a:xfrm>
            <a:off x="8449686" y="599177"/>
            <a:ext cx="2330870" cy="2330870"/>
          </a:xfrm>
          <a:prstGeom prst="rect">
            <a:avLst/>
          </a:prstGeom>
        </p:spPr>
      </p:pic>
      <p:sp>
        <p:nvSpPr>
          <p:cNvPr id="129" name="Rectangle 128">
            <a:extLst>
              <a:ext uri="{FF2B5EF4-FFF2-40B4-BE49-F238E27FC236}">
                <a16:creationId xmlns:a16="http://schemas.microsoft.com/office/drawing/2014/main" id="{5A65989E-BBD5-44D7-AA86-7AFD5D46B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66000">
                <a:srgbClr val="000000"/>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30">
            <a:extLst>
              <a:ext uri="{FF2B5EF4-FFF2-40B4-BE49-F238E27FC236}">
                <a16:creationId xmlns:a16="http://schemas.microsoft.com/office/drawing/2014/main" id="{231A2881-D8D7-4A7D-ACA3-E9F849F853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0800"/>
            <a:ext cx="8153398" cy="456772"/>
          </a:xfrm>
          <a:prstGeom prst="rect">
            <a:avLst/>
          </a:prstGeom>
          <a:gradFill>
            <a:gsLst>
              <a:gs pos="0">
                <a:srgbClr val="000000">
                  <a:alpha val="63000"/>
                </a:srgbClr>
              </a:gs>
              <a:gs pos="100000">
                <a:schemeClr val="accent1">
                  <a:lumMod val="7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508397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665</TotalTime>
  <Words>692</Words>
  <Application>Microsoft Office PowerPoint</Application>
  <PresentationFormat>宽屏</PresentationFormat>
  <Paragraphs>75</Paragraphs>
  <Slides>17</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17</vt:i4>
      </vt:variant>
    </vt:vector>
  </HeadingPairs>
  <TitlesOfParts>
    <vt:vector size="24" baseType="lpstr">
      <vt:lpstr>Meiryo</vt:lpstr>
      <vt:lpstr>等线</vt:lpstr>
      <vt:lpstr>等线 Light</vt:lpstr>
      <vt:lpstr>Arial</vt:lpstr>
      <vt:lpstr>Calibri</vt:lpstr>
      <vt:lpstr>Wingdings</vt:lpstr>
      <vt:lpstr>Office 主题​​</vt:lpstr>
      <vt:lpstr>PowerPoint 演示文稿</vt:lpstr>
      <vt:lpstr>PowerPoint 演示文稿</vt:lpstr>
      <vt:lpstr>PowerPoint 演示文稿</vt:lpstr>
      <vt:lpstr>Our advantages of whole house customization</vt:lpstr>
      <vt:lpstr>PowerPoint 演示文稿</vt:lpstr>
      <vt:lpstr>Our main products</vt:lpstr>
      <vt:lpstr>Introduction to raw material boards</vt:lpstr>
      <vt:lpstr>Introduction to raw material boards</vt:lpstr>
      <vt:lpstr>Hardware Introduction- Ordinary hardware</vt:lpstr>
      <vt:lpstr>Hardware Introduction- Other hardware</vt:lpstr>
      <vt:lpstr>Details Introduction-Glass Door</vt:lpstr>
      <vt:lpstr>Details Introduction-Handle</vt:lpstr>
      <vt:lpstr>Details Introduction-Kitchen Hardware</vt:lpstr>
      <vt:lpstr>Details Introduction-Functional Hardware</vt:lpstr>
      <vt:lpstr>Our factory in China</vt:lpstr>
      <vt:lpstr>Our show room in Singapore</vt:lpstr>
      <vt:lpstr>Contact 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dc:creator>
  <cp:lastModifiedBy>Microsoft</cp:lastModifiedBy>
  <cp:revision>57</cp:revision>
  <dcterms:created xsi:type="dcterms:W3CDTF">2024-12-26T06:12:26Z</dcterms:created>
  <dcterms:modified xsi:type="dcterms:W3CDTF">2024-12-31T06:17:21Z</dcterms:modified>
</cp:coreProperties>
</file>